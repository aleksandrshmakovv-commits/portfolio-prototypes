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205da5cfd14282" /><Relationship Type="http://schemas.openxmlformats.org/officeDocument/2006/relationships/extended-properties" Target="/docProps/app.xml" Id="R979b79bf07ab4a3b" /><Relationship Type="http://schemas.openxmlformats.org/officeDocument/2006/relationships/officeDocument" Target="/ppt/presentation.xml" Id="R68f9a9a37cb643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266dd9ce804e6b"/>
  </p:sldMasterIdLst>
  <p:notesMasterIdLst>
    <p:notesMasterId xmlns:r="http://schemas.openxmlformats.org/officeDocument/2006/relationships" r:id="R3d5b94b4de104a5b"/>
  </p:notesMasterIdLst>
  <p:sldIdLst>
    <p:sldId xmlns:r="http://schemas.openxmlformats.org/officeDocument/2006/relationships" id="256" r:id="Rbfecf8e5ae5e4182"/>
    <p:sldId xmlns:r="http://schemas.openxmlformats.org/officeDocument/2006/relationships" id="257" r:id="Rcb72a1f213e44556"/>
    <p:sldId xmlns:r="http://schemas.openxmlformats.org/officeDocument/2006/relationships" id="258" r:id="Rd7edd1f895064baa"/>
    <p:sldId xmlns:r="http://schemas.openxmlformats.org/officeDocument/2006/relationships" id="259" r:id="Rc519ba73869f4e0f"/>
    <p:sldId xmlns:r="http://schemas.openxmlformats.org/officeDocument/2006/relationships" id="260" r:id="Rdf0b8a04bc374049"/>
    <p:sldId xmlns:r="http://schemas.openxmlformats.org/officeDocument/2006/relationships" id="261" r:id="R210a2b22aa6b4b43"/>
    <p:sldId xmlns:r="http://schemas.openxmlformats.org/officeDocument/2006/relationships" id="262" r:id="R87fa5efac27b4e71"/>
    <p:sldId xmlns:r="http://schemas.openxmlformats.org/officeDocument/2006/relationships" id="263" r:id="R7cb3a5ba8459409d"/>
    <p:sldId xmlns:r="http://schemas.openxmlformats.org/officeDocument/2006/relationships" id="264" r:id="R5ad747556f0049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ded2b911e94bc3" /><Relationship Type="http://schemas.openxmlformats.org/officeDocument/2006/relationships/slideMaster" Target="/ppt/slideMasters/slideMaster1.xml" Id="R83266dd9ce804e6b" /><Relationship Type="http://schemas.openxmlformats.org/officeDocument/2006/relationships/notesMaster" Target="/ppt/notesMasters/notesMaster1.xml" Id="R3d5b94b4de104a5b" /><Relationship Type="http://schemas.openxmlformats.org/officeDocument/2006/relationships/presProps" Target="/ppt/presProps.xml" Id="R14e55e1063e643a8" /><Relationship Type="http://schemas.openxmlformats.org/officeDocument/2006/relationships/tableStyles" Target="/ppt/tableStyles.xml" Id="Rbfaae8647470488e" /><Relationship Type="http://schemas.openxmlformats.org/officeDocument/2006/relationships/slide" Target="/ppt/slides/slide1.xml" Id="Rbfecf8e5ae5e4182" /><Relationship Type="http://schemas.openxmlformats.org/officeDocument/2006/relationships/slide" Target="/ppt/slides/slide2.xml" Id="Rcb72a1f213e44556" /><Relationship Type="http://schemas.openxmlformats.org/officeDocument/2006/relationships/slide" Target="/ppt/slides/slide3.xml" Id="Rd7edd1f895064baa" /><Relationship Type="http://schemas.openxmlformats.org/officeDocument/2006/relationships/slide" Target="/ppt/slides/slide4.xml" Id="Rc519ba73869f4e0f" /><Relationship Type="http://schemas.openxmlformats.org/officeDocument/2006/relationships/slide" Target="/ppt/slides/slide5.xml" Id="Rdf0b8a04bc374049" /><Relationship Type="http://schemas.openxmlformats.org/officeDocument/2006/relationships/slide" Target="/ppt/slides/slide6.xml" Id="R210a2b22aa6b4b43" /><Relationship Type="http://schemas.openxmlformats.org/officeDocument/2006/relationships/slide" Target="/ppt/slides/slide7.xml" Id="R87fa5efac27b4e71" /><Relationship Type="http://schemas.openxmlformats.org/officeDocument/2006/relationships/slide" Target="/ppt/slides/slide8.xml" Id="R7cb3a5ba8459409d" /><Relationship Type="http://schemas.openxmlformats.org/officeDocument/2006/relationships/slide" Target="/ppt/slides/slide9.xml" Id="R5ad747556f0049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b7a58cfacb48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54fdf6b45d4bfe" /><Relationship Type="http://schemas.openxmlformats.org/officeDocument/2006/relationships/notesMaster" Target="/ppt/notesMasters/notesMaster1.xml" Id="R788e4991727e4f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ba48d2e8b544a4" /><Relationship Type="http://schemas.openxmlformats.org/officeDocument/2006/relationships/notesMaster" Target="/ppt/notesMasters/notesMaster1.xml" Id="Rbd2ee2a5fa2844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0aa511263f48f8" /><Relationship Type="http://schemas.openxmlformats.org/officeDocument/2006/relationships/notesMaster" Target="/ppt/notesMasters/notesMaster1.xml" Id="Rc3253dbeb07d44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978799eeaf470a" /><Relationship Type="http://schemas.openxmlformats.org/officeDocument/2006/relationships/notesMaster" Target="/ppt/notesMasters/notesMaster1.xml" Id="R59f65e9875574f9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96872430654bcd" /><Relationship Type="http://schemas.openxmlformats.org/officeDocument/2006/relationships/notesMaster" Target="/ppt/notesMasters/notesMaster1.xml" Id="R44b6f744bc234b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e02ce3ca104232" /><Relationship Type="http://schemas.openxmlformats.org/officeDocument/2006/relationships/notesMaster" Target="/ppt/notesMasters/notesMaster1.xml" Id="Rcf03752c25354d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26f7508f064443" /><Relationship Type="http://schemas.openxmlformats.org/officeDocument/2006/relationships/notesMaster" Target="/ppt/notesMasters/notesMaster1.xml" Id="Rd21dd3b7e007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916a85b36b4a28" /><Relationship Type="http://schemas.openxmlformats.org/officeDocument/2006/relationships/notesMaster" Target="/ppt/notesMasters/notesMaster1.xml" Id="Rc2f6ee53bec4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f786b9e4654215" /><Relationship Type="http://schemas.openxmlformats.org/officeDocument/2006/relationships/notesMaster" Target="/ppt/notesMasters/notesMaster1.xml" Id="Rbc13d08927e946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editorial visual: assets/hero.png;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editorial visual: assets/journey.png;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sources; original portfolio demonstration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editorial visual: assets/close.png; prompt recorded in source-notes.txt.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7edafd774e4f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d57329cc414c72" /><Relationship Type="http://schemas.openxmlformats.org/officeDocument/2006/relationships/slideLayout" Target="/ppt/slideLayouts/slideLayout1.xml" Id="R77a8584680d84b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a8584680d84b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200012c444012" /><Relationship Type="http://schemas.openxmlformats.org/officeDocument/2006/relationships/image" Target="/ppt/media/image.png" Id="Rb577384feb764ede" /><Relationship Type="http://schemas.openxmlformats.org/officeDocument/2006/relationships/notesSlide" Target="/ppt/notesSlides/notesSlide1.xml" Id="Rd33e5e708a964d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1f4393d264ffb" /><Relationship Type="http://schemas.openxmlformats.org/officeDocument/2006/relationships/notesSlide" Target="/ppt/notesSlides/notesSlide2.xml" Id="Rdb30bbbf3a1045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f49d2f565414f" /><Relationship Type="http://schemas.openxmlformats.org/officeDocument/2006/relationships/notesSlide" Target="/ppt/notesSlides/notesSlide3.xml" Id="Rf34c7e82b6b541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01713b16b4072" /><Relationship Type="http://schemas.openxmlformats.org/officeDocument/2006/relationships/image" Target="/ppt/media/image2.png" Id="R8189bb8bfd724988" /><Relationship Type="http://schemas.openxmlformats.org/officeDocument/2006/relationships/notesSlide" Target="/ppt/notesSlides/notesSlide4.xml" Id="Ra4d07ffdbf854d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bcdde10d8488f" /><Relationship Type="http://schemas.openxmlformats.org/officeDocument/2006/relationships/notesSlide" Target="/ppt/notesSlides/notesSlide5.xml" Id="Rbbcdaebdd0c942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5c93476af401f" /><Relationship Type="http://schemas.openxmlformats.org/officeDocument/2006/relationships/notesSlide" Target="/ppt/notesSlides/notesSlide6.xml" Id="R5cade69612a5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baedf91644bc2" /><Relationship Type="http://schemas.openxmlformats.org/officeDocument/2006/relationships/notesSlide" Target="/ppt/notesSlides/notesSlide7.xml" Id="R6a0951205b9e49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23faaca424cd2" /><Relationship Type="http://schemas.openxmlformats.org/officeDocument/2006/relationships/notesSlide" Target="/ppt/notesSlides/notesSlide8.xml" Id="R8ecfb98ca20544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ac0fe2ede4cf4" /><Relationship Type="http://schemas.openxmlformats.org/officeDocument/2006/relationships/image" Target="/ppt/media/image3.png" Id="Rbafa3e21294141f8" /><Relationship Type="http://schemas.openxmlformats.org/officeDocument/2006/relationships/notesSlide" Target="/ppt/notesSlides/notesSlide9.xml" Id="R03bbb0a911b64e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7384feb764ed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eta">
            <a:extLst xmlns:a="http://schemas.openxmlformats.org/drawingml/2006/main">
              <a:ext uri="{FF2B5EF4-FFF2-40B4-BE49-F238E27FC236}">
                <a16:creationId xmlns:a16="http://schemas.microsoft.com/office/drawing/2014/main" id="{20AA7092-948C-4BC0-9DF4-D8F2C2C1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0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A2033"/>
                </a:solidFill>
                <a:latin typeface="Segoe UI"/>
                <a:ea typeface="Segoe UI"/>
                <a:cs typeface="Segoe UI"/>
              </a:rPr>
              <a:t>EDITORIAL SERIES  /  2026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9AFCF0-2677-4BED-8DA0-F5FACC34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0007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87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Как идея</a:t>
            </a:r>
          </a:p>
          <a:p xmlns:a="http://schemas.openxmlformats.org/drawingml/2006/main">
            <a:pPr algn="l">
              <a:defRPr sz="487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87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становится</a:t>
            </a:r>
          </a:p>
          <a:p xmlns:a="http://schemas.openxmlformats.org/drawingml/2006/main">
            <a:pPr algn="l">
              <a:defRPr sz="487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87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предложением</a:t>
            </a:r>
          </a:p>
        </p:txBody>
      </p:sp>
      <p:cxnSp>
        <p:nvCxnSpPr>
          <p:cNvPr id="9" name="accent"/>
          <p:cNvCxnSpPr/>
          <p:nvPr/>
        </p:nvCxnSpPr>
        <p:spPr>
          <a:xfrm xmlns:a="http://schemas.openxmlformats.org/drawingml/2006/main">
            <a:off x="723900" y="41719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A2033"/>
            </a:solidFill>
            <a:prstDash val="solid"/>
          </a:ln>
        </p:spPr>
      </p:cxn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9379D217-3A27-4933-95CC-652FA72D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14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Редакционная система из пяти касаний:</a:t>
            </a:r>
          </a:p>
          <a:p xmlns:a="http://schemas.openxmlformats.org/drawingml/2006/main">
            <a:pPr algn="l">
              <a:defRPr sz="180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от узнавания себя до решения действовать.</a:t>
            </a:r>
          </a:p>
        </p:txBody>
      </p:sp>
    </p:spTree>
    <p:extLst>
      <p:ext uri="{BB962C8B-B14F-4D97-AF65-F5344CB8AC3E}">
        <p14:creationId xmlns:p14="http://schemas.microsoft.com/office/powerpoint/2010/main" val="228167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7A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76148455-D4C8-4608-A8D6-167B5A0E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1E6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1E6"/>
                </a:solidFill>
                <a:latin typeface="Segoe UI"/>
                <a:ea typeface="Segoe UI"/>
                <a:cs typeface="Segoe UI"/>
              </a:rPr>
              <a:t>ГЛАВНАЯ МЫСЛЬ</a:t>
            </a:r>
          </a:p>
        </p:txBody>
      </p:sp>
      <p:cxnSp>
        <p:nvCxnSpPr>
          <p:cNvPr id="13" name="section-rule"/>
          <p:cNvCxnSpPr/>
          <p:nvPr/>
        </p:nvCxnSpPr>
        <p:spPr>
          <a:xfrm xmlns:a="http://schemas.openxmlformats.org/drawingml/2006/main">
            <a:off x="685800" y="733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8F1E6"/>
            </a:solidFill>
            <a:prstDash val="solid"/>
          </a:ln>
        </p:spPr>
      </p:cxn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5AC1B0B-7D2F-4ACF-8D1E-AFC7A81A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7CAB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D7CABE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4" name="quote-mark">
            <a:extLst xmlns:a="http://schemas.openxmlformats.org/drawingml/2006/main">
              <a:ext uri="{FF2B5EF4-FFF2-40B4-BE49-F238E27FC236}">
                <a16:creationId xmlns:a16="http://schemas.microsoft.com/office/drawing/2014/main" id="{D8836B61-CB8C-4371-AC8B-EBBF548E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23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700" b="0">
                <a:solidFill>
                  <a:srgbClr val="D9A28F"/>
                </a:solidFill>
                <a:latin typeface="Georgia"/>
                <a:ea typeface="Georgia"/>
                <a:cs typeface="Georgia"/>
              </a:defRPr>
            </a:pPr>
            <a:r>
              <a:rPr sz="8700" b="0">
                <a:solidFill>
                  <a:srgbClr val="D9A28F"/>
                </a:solidFill>
                <a:latin typeface="Georgia"/>
                <a:ea typeface="Georgia"/>
                <a:cs typeface="Georgia"/>
              </a:rPr>
              <a:t>“</a:t>
            </a:r>
          </a:p>
        </p:txBody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440B03AF-0E12-4781-BF00-7C943C13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3525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Читатель покупает</a:t>
            </a:r>
          </a:p>
          <a:p xmlns:a="http://schemas.openxmlformats.org/drawingml/2006/main">
            <a:pPr algn="l">
              <a:defRPr sz="43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не в момент оффера.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CC177D1D-8B7C-4056-AFCA-76DD49B4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242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0DCD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0DCD4"/>
                </a:solidFill>
                <a:latin typeface="Segoe UI"/>
                <a:ea typeface="Segoe UI"/>
                <a:cs typeface="Segoe UI"/>
              </a:rPr>
              <a:t>Он покупает тогда, когда история уже ответила</a:t>
            </a:r>
          </a:p>
          <a:p xmlns:a="http://schemas.openxmlformats.org/drawingml/2006/main">
            <a:pPr algn="l">
              <a:defRPr sz="2100" b="0">
                <a:solidFill>
                  <a:srgbClr val="F0DCD4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F0DCD4"/>
                </a:solidFill>
                <a:latin typeface="Segoe UI"/>
                <a:ea typeface="Segoe UI"/>
                <a:cs typeface="Segoe UI"/>
              </a:rPr>
              <a:t>на его главные вопросы.</a:t>
            </a:r>
          </a:p>
        </p:txBody>
      </p:sp>
      <p:cxnSp>
        <p:nvCxnSpPr>
          <p:cNvPr id="18" name="line"/>
          <p:cNvCxnSpPr/>
          <p:nvPr/>
        </p:nvCxnSpPr>
        <p:spPr>
          <a:xfrm xmlns:a="http://schemas.openxmlformats.org/drawingml/2006/main">
            <a:off x="1790700" y="4400550"/>
            <a:ext cx="7810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96A78"/>
            </a:solidFill>
            <a:prstDash val="solid"/>
          </a:ln>
        </p:spPr>
      </p:cxnSp>
      <p:sp>
        <p:nvSpPr>
          <p:cNvPr id="8" name="a">
            <a:extLst xmlns:a="http://schemas.openxmlformats.org/drawingml/2006/main">
              <a:ext uri="{FF2B5EF4-FFF2-40B4-BE49-F238E27FC236}">
                <a16:creationId xmlns:a16="http://schemas.microsoft.com/office/drawing/2014/main" id="{756A2E58-038A-4AED-8DF4-640F6728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C7B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9C7BD"/>
                </a:solidFill>
                <a:latin typeface="Segoe UI"/>
                <a:ea typeface="Segoe UI"/>
                <a:cs typeface="Segoe UI"/>
              </a:rPr>
              <a:t>УЗНАТЬ СЕБЯ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D6F263C9-EA58-4266-BB97-549A3ED6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C7B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9C7BD"/>
                </a:solidFill>
                <a:latin typeface="Segoe UI"/>
                <a:ea typeface="Segoe UI"/>
                <a:cs typeface="Segoe UI"/>
              </a:rPr>
              <a:t>ПОНЯТЬ</a:t>
            </a:r>
          </a:p>
        </p:txBody>
      </p:sp>
      <p:sp>
        <p:nvSpPr>
          <p:cNvPr id="10" name="c">
            <a:extLst xmlns:a="http://schemas.openxmlformats.org/drawingml/2006/main">
              <a:ext uri="{FF2B5EF4-FFF2-40B4-BE49-F238E27FC236}">
                <a16:creationId xmlns:a16="http://schemas.microsoft.com/office/drawing/2014/main" id="{DA2F9655-F211-45DA-9F04-10DB9051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C7BD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E9C7BD"/>
                </a:solidFill>
                <a:latin typeface="Segoe UI"/>
                <a:ea typeface="Segoe UI"/>
                <a:cs typeface="Segoe UI"/>
              </a:rPr>
              <a:t>ПОВЕРИТЬ</a:t>
            </a:r>
          </a:p>
        </p:txBody>
      </p:sp>
      <p:sp>
        <p:nvSpPr>
          <p:cNvPr id="11" name="d">
            <a:extLst xmlns:a="http://schemas.openxmlformats.org/drawingml/2006/main">
              <a:ext uri="{FF2B5EF4-FFF2-40B4-BE49-F238E27FC236}">
                <a16:creationId xmlns:a16="http://schemas.microsoft.com/office/drawing/2014/main" id="{3B0E96A8-01C1-40AD-A19B-54A60DEB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DF9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DF9"/>
                </a:solidFill>
                <a:latin typeface="Segoe UI"/>
                <a:ea typeface="Segoe UI"/>
                <a:cs typeface="Segoe UI"/>
              </a:rPr>
              <a:t>РЕШИТЬСЯ</a:t>
            </a:r>
          </a:p>
        </p:txBody>
      </p:sp>
    </p:spTree>
    <p:extLst>
      <p:ext uri="{BB962C8B-B14F-4D97-AF65-F5344CB8AC3E}">
        <p14:creationId xmlns:p14="http://schemas.microsoft.com/office/powerpoint/2010/main" val="1383563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">
            <a:extLst xmlns:a="http://schemas.openxmlformats.org/drawingml/2006/main">
              <a:ext uri="{FF2B5EF4-FFF2-40B4-BE49-F238E27FC236}">
                <a16:creationId xmlns:a16="http://schemas.microsoft.com/office/drawing/2014/main" id="{5D93E371-2172-40CD-A1A4-1503D635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0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A2033"/>
                </a:solidFill>
                <a:latin typeface="Segoe UI"/>
                <a:ea typeface="Segoe UI"/>
                <a:cs typeface="Segoe UI"/>
              </a:rPr>
              <a:t>АРХИТЕКТУРА</a:t>
            </a:r>
          </a:p>
        </p:txBody>
      </p:sp>
      <p:cxnSp>
        <p:nvCxnSpPr>
          <p:cNvPr id="18" name="section-rule"/>
          <p:cNvCxnSpPr/>
          <p:nvPr/>
        </p:nvCxnSpPr>
        <p:spPr>
          <a:xfrm xmlns:a="http://schemas.openxmlformats.org/drawingml/2006/main">
            <a:off x="685800" y="733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2033"/>
            </a:solidFill>
            <a:prstDash val="solid"/>
          </a:ln>
        </p:spPr>
      </p:cxn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04FCAF16-3CA6-489E-B76E-52128EF6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E35B45-FBFA-4FAE-B7EE-34AAE1C0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81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Три редакционные роли</a:t>
            </a:r>
          </a:p>
          <a:p xmlns:a="http://schemas.openxmlformats.org/drawingml/2006/main">
            <a:pPr algn="l">
              <a:defRPr sz="390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держат историю в фокусе</a:t>
            </a:r>
          </a:p>
        </p:txBody>
      </p:sp>
      <p:sp>
        <p:nvSpPr>
          <p:cNvPr id="5" name="roman-0">
            <a:extLst xmlns:a="http://schemas.openxmlformats.org/drawingml/2006/main">
              <a:ext uri="{FF2B5EF4-FFF2-40B4-BE49-F238E27FC236}">
                <a16:creationId xmlns:a16="http://schemas.microsoft.com/office/drawing/2014/main" id="{7B95EC5A-31A0-4528-A785-F207D2CB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C96D59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C96D59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cxnSp>
        <p:nvCxnSpPr>
          <p:cNvPr id="22" name="rule-0"/>
          <p:cNvCxnSpPr/>
          <p:nvPr/>
        </p:nvCxnSpPr>
        <p:spPr>
          <a:xfrm xmlns:a="http://schemas.openxmlformats.org/drawingml/2006/main">
            <a:off x="685800" y="4000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7" name="head-0">
            <a:extLst xmlns:a="http://schemas.openxmlformats.org/drawingml/2006/main">
              <a:ext uri="{FF2B5EF4-FFF2-40B4-BE49-F238E27FC236}">
                <a16:creationId xmlns:a16="http://schemas.microsoft.com/office/drawing/2014/main" id="{A27FAD13-196C-43D1-880C-9610B04E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Внимание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C1C68E8A-DE6B-40D1-8341-2CAB3341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Помочь человеку</a:t>
            </a:r>
          </a:p>
          <a:p xmlns:a="http://schemas.openxmlformats.org/drawingml/2006/main">
            <a:pPr algn="l">
              <a:defRPr sz="16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узнать себя.</a:t>
            </a:r>
          </a:p>
        </p:txBody>
      </p:sp>
      <p:sp>
        <p:nvSpPr>
          <p:cNvPr id="9" name="roman-1">
            <a:extLst xmlns:a="http://schemas.openxmlformats.org/drawingml/2006/main">
              <a:ext uri="{FF2B5EF4-FFF2-40B4-BE49-F238E27FC236}">
                <a16:creationId xmlns:a16="http://schemas.microsoft.com/office/drawing/2014/main" id="{5EAD7537-677E-47EF-AAD4-2D79AA70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480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21458E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21458E"/>
                </a:solidFill>
                <a:latin typeface="Georgia"/>
                <a:ea typeface="Georgia"/>
                <a:cs typeface="Georgia"/>
              </a:rPr>
              <a:t>II</a:t>
            </a:r>
          </a:p>
        </p:txBody>
      </p:sp>
      <p:cxnSp>
        <p:nvCxnSpPr>
          <p:cNvPr id="26" name="rule-1"/>
          <p:cNvCxnSpPr/>
          <p:nvPr/>
        </p:nvCxnSpPr>
        <p:spPr>
          <a:xfrm xmlns:a="http://schemas.openxmlformats.org/drawingml/2006/main">
            <a:off x="4305300" y="4000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11" name="head-1">
            <a:extLst xmlns:a="http://schemas.openxmlformats.org/drawingml/2006/main">
              <a:ext uri="{FF2B5EF4-FFF2-40B4-BE49-F238E27FC236}">
                <a16:creationId xmlns:a16="http://schemas.microsoft.com/office/drawing/2014/main" id="{4CE50AC1-B0C3-4E04-8DE6-D94A6511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62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Доверие</a:t>
            </a:r>
          </a:p>
        </p:txBody>
      </p:sp>
      <p:sp>
        <p:nvSpPr>
          <p:cNvPr id="12" name="body-1">
            <a:extLst xmlns:a="http://schemas.openxmlformats.org/drawingml/2006/main">
              <a:ext uri="{FF2B5EF4-FFF2-40B4-BE49-F238E27FC236}">
                <a16:creationId xmlns:a16="http://schemas.microsoft.com/office/drawing/2014/main" id="{B57489BE-9B4A-4BB5-BE01-CE7674CE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Объяснить причину</a:t>
            </a:r>
          </a:p>
          <a:p xmlns:a="http://schemas.openxmlformats.org/drawingml/2006/main">
            <a:pPr algn="l">
              <a:defRPr sz="16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и показать метод.</a:t>
            </a:r>
          </a:p>
        </p:txBody>
      </p:sp>
      <p:sp>
        <p:nvSpPr>
          <p:cNvPr id="13" name="roman-2">
            <a:extLst xmlns:a="http://schemas.openxmlformats.org/drawingml/2006/main">
              <a:ext uri="{FF2B5EF4-FFF2-40B4-BE49-F238E27FC236}">
                <a16:creationId xmlns:a16="http://schemas.microsoft.com/office/drawing/2014/main" id="{6C016172-1B6A-49EC-9503-3D803009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152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700" b="0">
                <a:solidFill>
                  <a:srgbClr val="7A2033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7A2033"/>
                </a:solidFill>
                <a:latin typeface="Georgia"/>
                <a:ea typeface="Georgia"/>
                <a:cs typeface="Georgia"/>
              </a:rPr>
              <a:t>III</a:t>
            </a:r>
          </a:p>
        </p:txBody>
      </p:sp>
      <p:cxnSp>
        <p:nvCxnSpPr>
          <p:cNvPr id="30" name="rule-2"/>
          <p:cNvCxnSpPr/>
          <p:nvPr/>
        </p:nvCxnSpPr>
        <p:spPr>
          <a:xfrm xmlns:a="http://schemas.openxmlformats.org/drawingml/2006/main">
            <a:off x="7924800" y="4000500"/>
            <a:ext cx="2762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15" name="head-2">
            <a:extLst xmlns:a="http://schemas.openxmlformats.org/drawingml/2006/main">
              <a:ext uri="{FF2B5EF4-FFF2-40B4-BE49-F238E27FC236}">
                <a16:creationId xmlns:a16="http://schemas.microsoft.com/office/drawing/2014/main" id="{D60C18A2-F332-457A-9805-5D0982B5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Действие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84D69ECC-50F4-4833-8AC4-54F62D29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Предложить простой</a:t>
            </a:r>
          </a:p>
          <a:p xmlns:a="http://schemas.openxmlformats.org/drawingml/2006/main">
            <a:pPr algn="l">
              <a:defRPr sz="16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следующий шаг.</a:t>
            </a:r>
          </a:p>
        </p:txBody>
      </p:sp>
    </p:spTree>
    <p:extLst>
      <p:ext uri="{BB962C8B-B14F-4D97-AF65-F5344CB8AC3E}">
        <p14:creationId xmlns:p14="http://schemas.microsoft.com/office/powerpoint/2010/main" val="6406287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9bb8bfd7249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31CE5CC-BEFA-491A-A3D9-02F939E9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0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A2033"/>
                </a:solidFill>
                <a:latin typeface="Segoe UI"/>
                <a:ea typeface="Segoe UI"/>
                <a:cs typeface="Segoe UI"/>
              </a:rPr>
              <a:t>ПУТЬ АУДИТОРИИ</a:t>
            </a:r>
          </a:p>
        </p:txBody>
      </p:sp>
      <p:cxnSp>
        <p:nvCxnSpPr>
          <p:cNvPr id="20" name="section-rule"/>
          <p:cNvCxnSpPr/>
          <p:nvPr/>
        </p:nvCxnSpPr>
        <p:spPr>
          <a:xfrm xmlns:a="http://schemas.openxmlformats.org/drawingml/2006/main">
            <a:off x="685800" y="733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2033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8723C63-1FB2-45DD-B7D6-957595E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F7A1EF0-1AB6-4D49-AA79-AE328181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История набирает вес</a:t>
            </a:r>
          </a:p>
          <a:p xmlns:a="http://schemas.openxmlformats.org/drawingml/2006/main">
            <a:pPr algn="l">
              <a:defRPr sz="360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от касания к касанию</a:t>
            </a:r>
          </a:p>
        </p:txBody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6215AD5B-48FE-4C20-8875-1088E86A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76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58E"/>
          </a:solidFill>
          <a:ln xmlns:a="http://schemas.openxmlformats.org/drawingml/2006/main" w="0">
            <a:solidFill>
              <a:srgbClr val="21458E"/>
            </a:solidFill>
            <a:prstDash val="solid"/>
          </a:ln>
        </p:spPr>
      </p:sp>
      <p:sp>
        <p:nvSpPr>
          <p:cNvPr id="7" name="n-0">
            <a:extLst xmlns:a="http://schemas.openxmlformats.org/drawingml/2006/main">
              <a:ext uri="{FF2B5EF4-FFF2-40B4-BE49-F238E27FC236}">
                <a16:creationId xmlns:a16="http://schemas.microsoft.com/office/drawing/2014/main" id="{6570A265-E886-47BD-B4DD-AAE73B09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435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DF9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l-0">
            <a:extLst xmlns:a="http://schemas.openxmlformats.org/drawingml/2006/main">
              <a:ext uri="{FF2B5EF4-FFF2-40B4-BE49-F238E27FC236}">
                <a16:creationId xmlns:a16="http://schemas.microsoft.com/office/drawing/2014/main" id="{AD654A1C-07FC-41B4-AB1F-2F80C27B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C1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51C19"/>
                </a:solidFill>
                <a:latin typeface="Segoe UI"/>
                <a:ea typeface="Segoe UI"/>
                <a:cs typeface="Segoe UI"/>
              </a:rPr>
              <a:t>Узнавание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B631FD7A-B72D-4467-9F24-781E6C98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676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58E"/>
          </a:solidFill>
          <a:ln xmlns:a="http://schemas.openxmlformats.org/drawingml/2006/main" w="0">
            <a:solidFill>
              <a:srgbClr val="21458E"/>
            </a:solidFill>
            <a:prstDash val="solid"/>
          </a:ln>
        </p:spPr>
      </p:sp>
      <p:sp>
        <p:nvSpPr>
          <p:cNvPr id="10" name="n-1">
            <a:extLst xmlns:a="http://schemas.openxmlformats.org/drawingml/2006/main">
              <a:ext uri="{FF2B5EF4-FFF2-40B4-BE49-F238E27FC236}">
                <a16:creationId xmlns:a16="http://schemas.microsoft.com/office/drawing/2014/main" id="{6826965E-5DF4-4124-9C3A-6168EED3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7435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DF9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1" name="l-1">
            <a:extLst xmlns:a="http://schemas.openxmlformats.org/drawingml/2006/main">
              <a:ext uri="{FF2B5EF4-FFF2-40B4-BE49-F238E27FC236}">
                <a16:creationId xmlns:a16="http://schemas.microsoft.com/office/drawing/2014/main" id="{0D4B4F18-3549-4000-8A60-72DF6089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6115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C1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51C19"/>
                </a:solidFill>
                <a:latin typeface="Segoe UI"/>
                <a:ea typeface="Segoe UI"/>
                <a:cs typeface="Segoe UI"/>
              </a:rPr>
              <a:t>Причина</a:t>
            </a:r>
          </a:p>
        </p:txBody>
      </p:sp>
      <p:sp>
        <p:nvSpPr>
          <p:cNvPr id="12" name="dot-2">
            <a:extLst xmlns:a="http://schemas.openxmlformats.org/drawingml/2006/main">
              <a:ext uri="{FF2B5EF4-FFF2-40B4-BE49-F238E27FC236}">
                <a16:creationId xmlns:a16="http://schemas.microsoft.com/office/drawing/2014/main" id="{CE2EE39A-1CA9-40C1-B6E5-E9E9956A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76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458E"/>
          </a:solidFill>
          <a:ln xmlns:a="http://schemas.openxmlformats.org/drawingml/2006/main" w="0">
            <a:solidFill>
              <a:srgbClr val="21458E"/>
            </a:solidFill>
            <a:prstDash val="solid"/>
          </a:ln>
        </p:spPr>
      </p:sp>
      <p:sp>
        <p:nvSpPr>
          <p:cNvPr id="13" name="n-2">
            <a:extLst xmlns:a="http://schemas.openxmlformats.org/drawingml/2006/main">
              <a:ext uri="{FF2B5EF4-FFF2-40B4-BE49-F238E27FC236}">
                <a16:creationId xmlns:a16="http://schemas.microsoft.com/office/drawing/2014/main" id="{0F505395-65EF-4FD0-9089-C268A43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7435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DF9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4" name="l-2">
            <a:extLst xmlns:a="http://schemas.openxmlformats.org/drawingml/2006/main">
              <a:ext uri="{FF2B5EF4-FFF2-40B4-BE49-F238E27FC236}">
                <a16:creationId xmlns:a16="http://schemas.microsoft.com/office/drawing/2014/main" id="{0C0EB742-62F9-4F45-A67F-E8A433BE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115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C1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51C19"/>
                </a:solidFill>
                <a:latin typeface="Segoe UI"/>
                <a:ea typeface="Segoe UI"/>
                <a:cs typeface="Segoe UI"/>
              </a:rPr>
              <a:t>Метод</a:t>
            </a:r>
          </a:p>
        </p:txBody>
      </p:sp>
      <p:sp>
        <p:nvSpPr>
          <p:cNvPr id="15" name="dot-3">
            <a:extLst xmlns:a="http://schemas.openxmlformats.org/drawingml/2006/main">
              <a:ext uri="{FF2B5EF4-FFF2-40B4-BE49-F238E27FC236}">
                <a16:creationId xmlns:a16="http://schemas.microsoft.com/office/drawing/2014/main" id="{8E534057-EE3B-47CC-83DE-456F4624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676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2033"/>
          </a:solidFill>
          <a:ln xmlns:a="http://schemas.openxmlformats.org/drawingml/2006/main" w="0">
            <a:solidFill>
              <a:srgbClr val="7A2033"/>
            </a:solidFill>
            <a:prstDash val="solid"/>
          </a:ln>
        </p:spPr>
      </p:sp>
      <p:sp>
        <p:nvSpPr>
          <p:cNvPr id="16" name="n-3">
            <a:extLst xmlns:a="http://schemas.openxmlformats.org/drawingml/2006/main">
              <a:ext uri="{FF2B5EF4-FFF2-40B4-BE49-F238E27FC236}">
                <a16:creationId xmlns:a16="http://schemas.microsoft.com/office/drawing/2014/main" id="{E6ADF935-9AE2-46E6-BCEC-A5C6FCBA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7435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DF9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FFFDF9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7" name="l-3">
            <a:extLst xmlns:a="http://schemas.openxmlformats.org/drawingml/2006/main">
              <a:ext uri="{FF2B5EF4-FFF2-40B4-BE49-F238E27FC236}">
                <a16:creationId xmlns:a16="http://schemas.microsoft.com/office/drawing/2014/main" id="{9EFF73A0-69E6-4476-BEC9-D5D9FB8F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150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1C19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251C19"/>
                </a:solidFill>
                <a:latin typeface="Segoe UI"/>
                <a:ea typeface="Segoe UI"/>
                <a:cs typeface="Segoe UI"/>
              </a:rPr>
              <a:t>Действие</a:t>
            </a:r>
          </a:p>
        </p:txBody>
      </p:sp>
    </p:spTree>
    <p:extLst>
      <p:ext uri="{BB962C8B-B14F-4D97-AF65-F5344CB8AC3E}">
        <p14:creationId xmlns:p14="http://schemas.microsoft.com/office/powerpoint/2010/main" val="1810147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E7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">
            <a:extLst xmlns:a="http://schemas.openxmlformats.org/drawingml/2006/main">
              <a:ext uri="{FF2B5EF4-FFF2-40B4-BE49-F238E27FC236}">
                <a16:creationId xmlns:a16="http://schemas.microsoft.com/office/drawing/2014/main" id="{EC9C68AB-7DCD-4B25-9753-8955D1C7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0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A2033"/>
                </a:solidFill>
                <a:latin typeface="Segoe UI"/>
                <a:ea typeface="Segoe UI"/>
                <a:cs typeface="Segoe UI"/>
              </a:rPr>
              <a:t>ЛОГИКА ПРЕДЛОЖЕНИЯ</a:t>
            </a:r>
          </a:p>
        </p:txBody>
      </p:sp>
      <p:cxnSp>
        <p:nvCxnSpPr>
          <p:cNvPr id="15" name="section-rule"/>
          <p:cNvCxnSpPr/>
          <p:nvPr/>
        </p:nvCxnSpPr>
        <p:spPr>
          <a:xfrm xmlns:a="http://schemas.openxmlformats.org/drawingml/2006/main">
            <a:off x="685800" y="733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2033"/>
            </a:solidFill>
            <a:prstDash val="solid"/>
          </a:ln>
        </p:spPr>
      </p:cxn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951F9AB-C0F6-4B2B-AE55-A287386B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D2FC65-A6C2-4884-98EE-9B0F2B1B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572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Предложение должно</a:t>
            </a:r>
          </a:p>
          <a:p xmlns:a="http://schemas.openxmlformats.org/drawingml/2006/main">
            <a:pPr algn="l">
              <a:defRPr sz="405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завершать историю</a:t>
            </a:r>
          </a:p>
        </p:txBody>
      </p:sp>
      <p:sp>
        <p:nvSpPr>
          <p:cNvPr id="5" name="left">
            <a:extLst xmlns:a="http://schemas.openxmlformats.org/drawingml/2006/main">
              <a:ext uri="{FF2B5EF4-FFF2-40B4-BE49-F238E27FC236}">
                <a16:creationId xmlns:a16="http://schemas.microsoft.com/office/drawing/2014/main" id="{50DD48D6-2E36-4055-813D-E85562BD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6863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9C9"/>
          </a:solidFill>
          <a:ln xmlns:a="http://schemas.openxmlformats.org/drawingml/2006/main" w="9525">
            <a:solidFill>
              <a:srgbClr val="C7B9A8"/>
            </a:solidFill>
            <a:prstDash val="solid"/>
          </a:ln>
        </p:spPr>
      </p:sp>
      <p:sp>
        <p:nvSpPr>
          <p:cNvPr id="6" name="right">
            <a:extLst xmlns:a="http://schemas.openxmlformats.org/drawingml/2006/main">
              <a:ext uri="{FF2B5EF4-FFF2-40B4-BE49-F238E27FC236}">
                <a16:creationId xmlns:a16="http://schemas.microsoft.com/office/drawing/2014/main" id="{E7230FA9-7439-4629-BD95-B6126F86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619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7A2033"/>
            </a:solidFill>
            <a:prstDash val="solid"/>
          </a:ln>
        </p:spPr>
      </p:sp>
      <p:sp>
        <p:nvSpPr>
          <p:cNvPr id="7" name="left-k">
            <a:extLst xmlns:a="http://schemas.openxmlformats.org/drawingml/2006/main">
              <a:ext uri="{FF2B5EF4-FFF2-40B4-BE49-F238E27FC236}">
                <a16:creationId xmlns:a16="http://schemas.microsoft.com/office/drawing/2014/main" id="{82EA53C8-5EFE-42B7-BA87-4F676AC0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СЛАБАЯ ВЕРСИЯ</a:t>
            </a:r>
          </a:p>
        </p:txBody>
      </p:sp>
      <p:sp>
        <p:nvSpPr>
          <p:cNvPr id="8" name="left-title">
            <a:extLst xmlns:a="http://schemas.openxmlformats.org/drawingml/2006/main">
              <a:ext uri="{FF2B5EF4-FFF2-40B4-BE49-F238E27FC236}">
                <a16:creationId xmlns:a16="http://schemas.microsoft.com/office/drawing/2014/main" id="{68E389BE-27DA-4574-A76E-DFA76281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90950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Пост → Цена</a:t>
            </a:r>
          </a:p>
        </p:txBody>
      </p:sp>
      <p:sp>
        <p:nvSpPr>
          <p:cNvPr id="9" name="left-body">
            <a:extLst xmlns:a="http://schemas.openxmlformats.org/drawingml/2006/main">
              <a:ext uri="{FF2B5EF4-FFF2-40B4-BE49-F238E27FC236}">
                <a16:creationId xmlns:a16="http://schemas.microsoft.com/office/drawing/2014/main" id="{54E0189E-1468-4698-9104-65522992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Ценность ещё не раскрыта,</a:t>
            </a:r>
          </a:p>
          <a:p xmlns:a="http://schemas.openxmlformats.org/drawingml/2006/main">
            <a:pPr algn="l">
              <a:defRPr sz="1575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поэтому оффер вызывает защиту.</a:t>
            </a:r>
          </a:p>
        </p:txBody>
      </p:sp>
      <p:sp>
        <p:nvSpPr>
          <p:cNvPr id="10" name="right-k">
            <a:extLst xmlns:a="http://schemas.openxmlformats.org/drawingml/2006/main">
              <a:ext uri="{FF2B5EF4-FFF2-40B4-BE49-F238E27FC236}">
                <a16:creationId xmlns:a16="http://schemas.microsoft.com/office/drawing/2014/main" id="{100E0718-0C62-4C64-A55D-0DC4985A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0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A2033"/>
                </a:solidFill>
                <a:latin typeface="Segoe UI"/>
                <a:ea typeface="Segoe UI"/>
                <a:cs typeface="Segoe UI"/>
              </a:rPr>
              <a:t>СИЛЬНАЯ ВЕРСИЯ</a:t>
            </a:r>
          </a:p>
        </p:txBody>
      </p:sp>
      <p:sp>
        <p:nvSpPr>
          <p:cNvPr id="11" name="right-title">
            <a:extLst xmlns:a="http://schemas.openxmlformats.org/drawingml/2006/main">
              <a:ext uri="{FF2B5EF4-FFF2-40B4-BE49-F238E27FC236}">
                <a16:creationId xmlns:a16="http://schemas.microsoft.com/office/drawing/2014/main" id="{FC24D2E0-9EE4-4B3C-8D95-624D8F3A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480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Проблема → Метод</a:t>
            </a:r>
          </a:p>
          <a:p xmlns:a="http://schemas.openxmlformats.org/drawingml/2006/main">
            <a:pPr algn="l">
              <a:defRPr sz="23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→ Доказательство → Оффер</a:t>
            </a:r>
          </a:p>
        </p:txBody>
      </p:sp>
      <p:sp>
        <p:nvSpPr>
          <p:cNvPr id="12" name="right-body">
            <a:extLst xmlns:a="http://schemas.openxmlformats.org/drawingml/2006/main">
              <a:ext uri="{FF2B5EF4-FFF2-40B4-BE49-F238E27FC236}">
                <a16:creationId xmlns:a16="http://schemas.microsoft.com/office/drawing/2014/main" id="{7240BDCE-5FCF-4833-B1BE-927ACA5F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863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Цена появляется после того,</a:t>
            </a:r>
          </a:p>
          <a:p xmlns:a="http://schemas.openxmlformats.org/drawingml/2006/main">
            <a:pPr algn="l">
              <a:defRPr sz="16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как смысл уже стал очевидным.</a:t>
            </a:r>
          </a:p>
        </p:txBody>
      </p:sp>
      <p:cxnSp>
        <p:nvCxnSpPr>
          <p:cNvPr id="26" name="accent"/>
          <p:cNvCxnSpPr/>
          <p:nvPr/>
        </p:nvCxnSpPr>
        <p:spPr>
          <a:xfrm xmlns:a="http://schemas.openxmlformats.org/drawingml/2006/main">
            <a:off x="6248400" y="55626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7A2033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758014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">
            <a:extLst xmlns:a="http://schemas.openxmlformats.org/drawingml/2006/main">
              <a:ext uri="{FF2B5EF4-FFF2-40B4-BE49-F238E27FC236}">
                <a16:creationId xmlns:a16="http://schemas.microsoft.com/office/drawing/2014/main" id="{45C751B2-8C94-44F4-8BC0-F2F9564B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0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A2033"/>
                </a:solidFill>
                <a:latin typeface="Segoe UI"/>
                <a:ea typeface="Segoe UI"/>
                <a:cs typeface="Segoe UI"/>
              </a:rPr>
              <a:t>ОДНА ИДЕЯ — ЧЕТЫРЕ ФОРМЫ</a:t>
            </a:r>
          </a:p>
        </p:txBody>
      </p:sp>
      <p:cxnSp>
        <p:nvCxnSpPr>
          <p:cNvPr id="25" name="section-rule"/>
          <p:cNvCxnSpPr/>
          <p:nvPr/>
        </p:nvCxnSpPr>
        <p:spPr>
          <a:xfrm xmlns:a="http://schemas.openxmlformats.org/drawingml/2006/main">
            <a:off x="685800" y="733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2033"/>
            </a:solidFill>
            <a:prstDash val="solid"/>
          </a:ln>
        </p:spPr>
      </p:cxn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EC2B1B5-712B-4185-88E5-9BEAC81E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5AA35E-1B9F-4C10-90EF-7B8BE6F0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1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Одна идея.</a:t>
            </a:r>
          </a:p>
          <a:p xmlns:a="http://schemas.openxmlformats.org/drawingml/2006/main">
            <a:pPr algn="l">
              <a:defRPr sz="41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1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Четыре формы.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EBDB631-B574-405C-B2D6-E37EF362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Редактор меняет ритм и глубину,</a:t>
            </a:r>
          </a:p>
          <a:p xmlns:a="http://schemas.openxmlformats.org/drawingml/2006/main">
            <a:pPr algn="l">
              <a:defRPr sz="1725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не разрушая исходный смысл.</a:t>
            </a:r>
          </a:p>
        </p:txBody>
      </p:sp>
      <p:sp>
        <p:nvSpPr>
          <p:cNvPr id="6" name="spread">
            <a:extLst xmlns:a="http://schemas.openxmlformats.org/drawingml/2006/main">
              <a:ext uri="{FF2B5EF4-FFF2-40B4-BE49-F238E27FC236}">
                <a16:creationId xmlns:a16="http://schemas.microsoft.com/office/drawing/2014/main" id="{DD86F1EE-31DE-4A10-ADF4-B0527E6C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85850"/>
            <a:ext cx="4724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CCBFB0"/>
            </a:solidFill>
            <a:prstDash val="solid"/>
          </a:ln>
        </p:spPr>
      </p:sp>
      <p:sp>
        <p:nvSpPr>
          <p:cNvPr id="7" name="spine">
            <a:extLst xmlns:a="http://schemas.openxmlformats.org/drawingml/2006/main">
              <a:ext uri="{FF2B5EF4-FFF2-40B4-BE49-F238E27FC236}">
                <a16:creationId xmlns:a16="http://schemas.microsoft.com/office/drawing/2014/main" id="{5E17AA7F-C045-46CD-8998-AE2B4B62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085850"/>
            <a:ext cx="9525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BFB0"/>
          </a:solidFill>
          <a:ln xmlns:a="http://schemas.openxmlformats.org/drawingml/2006/main" w="0">
            <a:solidFill>
              <a:srgbClr val="CCBFB0"/>
            </a:solidFill>
            <a:prstDash val="solid"/>
          </a:ln>
        </p:spPr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924C5484-A3C0-4383-B085-1C5AF1F2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811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96D59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C96D5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head-0">
            <a:extLst xmlns:a="http://schemas.openxmlformats.org/drawingml/2006/main">
              <a:ext uri="{FF2B5EF4-FFF2-40B4-BE49-F238E27FC236}">
                <a16:creationId xmlns:a16="http://schemas.microsoft.com/office/drawing/2014/main" id="{0EE2B43D-6AF3-4ACD-BE60-5BB3ABD6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C19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51C19"/>
                </a:solidFill>
                <a:latin typeface="Segoe UI"/>
                <a:ea typeface="Segoe UI"/>
                <a:cs typeface="Segoe UI"/>
              </a:rPr>
              <a:t>SHORTS</a:t>
            </a:r>
          </a:p>
        </p:txBody>
      </p:sp>
      <p:cxnSp>
        <p:nvCxnSpPr>
          <p:cNvPr id="33" name="r-0"/>
          <p:cNvCxnSpPr/>
          <p:nvPr/>
        </p:nvCxnSpPr>
        <p:spPr>
          <a:xfrm xmlns:a="http://schemas.openxmlformats.org/drawingml/2006/main">
            <a:off x="6534150" y="2686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11" name="body-0">
            <a:extLst xmlns:a="http://schemas.openxmlformats.org/drawingml/2006/main">
              <a:ext uri="{FF2B5EF4-FFF2-40B4-BE49-F238E27FC236}">
                <a16:creationId xmlns:a16="http://schemas.microsoft.com/office/drawing/2014/main" id="{340632E1-9AA2-4CDA-ADC4-DD5EAA29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быстрый вход</a:t>
            </a:r>
          </a:p>
        </p:txBody>
      </p:sp>
      <p:sp>
        <p:nvSpPr>
          <p:cNvPr id="12" name="num-1">
            <a:extLst xmlns:a="http://schemas.openxmlformats.org/drawingml/2006/main">
              <a:ext uri="{FF2B5EF4-FFF2-40B4-BE49-F238E27FC236}">
                <a16:creationId xmlns:a16="http://schemas.microsoft.com/office/drawing/2014/main" id="{CB47B0D9-9290-4362-BC3A-DCA1D932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458E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21458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7E58F7B3-3E9E-41E6-89F4-121CE5ED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907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C19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51C19"/>
                </a:solidFill>
                <a:latin typeface="Segoe UI"/>
                <a:ea typeface="Segoe UI"/>
                <a:cs typeface="Segoe UI"/>
              </a:rPr>
              <a:t>ПИСЬМО</a:t>
            </a:r>
          </a:p>
        </p:txBody>
      </p:sp>
      <p:cxnSp>
        <p:nvCxnSpPr>
          <p:cNvPr id="37" name="r-1"/>
          <p:cNvCxnSpPr/>
          <p:nvPr/>
        </p:nvCxnSpPr>
        <p:spPr>
          <a:xfrm xmlns:a="http://schemas.openxmlformats.org/drawingml/2006/main">
            <a:off x="8896350" y="26860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7BEE105F-3B64-424F-A6E9-D38DC6DC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765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личный контекст</a:t>
            </a:r>
          </a:p>
        </p:txBody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82607FA0-B560-4067-8BED-29A68849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1458E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21458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D6A04A6F-17B3-4C8B-8211-56BD9AC3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C19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51C19"/>
                </a:solidFill>
                <a:latin typeface="Segoe UI"/>
                <a:ea typeface="Segoe UI"/>
                <a:cs typeface="Segoe UI"/>
              </a:rPr>
              <a:t>КАРУСЕЛЬ</a:t>
            </a:r>
          </a:p>
        </p:txBody>
      </p:sp>
      <p:cxnSp>
        <p:nvCxnSpPr>
          <p:cNvPr id="41" name="r-2"/>
          <p:cNvCxnSpPr/>
          <p:nvPr/>
        </p:nvCxnSpPr>
        <p:spPr>
          <a:xfrm xmlns:a="http://schemas.openxmlformats.org/drawingml/2006/main">
            <a:off x="6534150" y="46863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19" name="body-2">
            <a:extLst xmlns:a="http://schemas.openxmlformats.org/drawingml/2006/main">
              <a:ext uri="{FF2B5EF4-FFF2-40B4-BE49-F238E27FC236}">
                <a16:creationId xmlns:a16="http://schemas.microsoft.com/office/drawing/2014/main" id="{CE671DF3-B0DD-4422-A046-67494299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768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структура мысли</a:t>
            </a:r>
          </a:p>
        </p:txBody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1822D118-C33E-452D-9FD8-6C75D32DF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81400"/>
            <a:ext cx="125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A2033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7A203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1" name="head-3">
            <a:extLst xmlns:a="http://schemas.openxmlformats.org/drawingml/2006/main">
              <a:ext uri="{FF2B5EF4-FFF2-40B4-BE49-F238E27FC236}">
                <a16:creationId xmlns:a16="http://schemas.microsoft.com/office/drawing/2014/main" id="{D5375255-8B6F-46CB-81DF-6E33B20A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91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1C19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251C19"/>
                </a:solidFill>
                <a:latin typeface="Segoe UI"/>
                <a:ea typeface="Segoe UI"/>
                <a:cs typeface="Segoe UI"/>
              </a:rPr>
              <a:t>ВЕБИНАР</a:t>
            </a:r>
          </a:p>
        </p:txBody>
      </p:sp>
      <p:cxnSp>
        <p:nvCxnSpPr>
          <p:cNvPr id="45" name="r-3"/>
          <p:cNvCxnSpPr/>
          <p:nvPr/>
        </p:nvCxnSpPr>
        <p:spPr>
          <a:xfrm xmlns:a="http://schemas.openxmlformats.org/drawingml/2006/main">
            <a:off x="8896350" y="46863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23" name="body-3">
            <a:extLst xmlns:a="http://schemas.openxmlformats.org/drawingml/2006/main">
              <a:ext uri="{FF2B5EF4-FFF2-40B4-BE49-F238E27FC236}">
                <a16:creationId xmlns:a16="http://schemas.microsoft.com/office/drawing/2014/main" id="{3307AC7C-A70B-4FFD-A4B0-A280A5AF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768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глубина и доверие</a:t>
            </a:r>
          </a:p>
        </p:txBody>
      </p:sp>
    </p:spTree>
    <p:extLst>
      <p:ext uri="{BB962C8B-B14F-4D97-AF65-F5344CB8AC3E}">
        <p14:creationId xmlns:p14="http://schemas.microsoft.com/office/powerpoint/2010/main" val="1553899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7A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">
            <a:extLst xmlns:a="http://schemas.openxmlformats.org/drawingml/2006/main">
              <a:ext uri="{FF2B5EF4-FFF2-40B4-BE49-F238E27FC236}">
                <a16:creationId xmlns:a16="http://schemas.microsoft.com/office/drawing/2014/main" id="{D5DFF337-C53D-463B-B1E7-1A4DE149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8F1E6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F8F1E6"/>
                </a:solidFill>
                <a:latin typeface="Segoe UI"/>
                <a:ea typeface="Segoe UI"/>
                <a:cs typeface="Segoe UI"/>
              </a:rPr>
              <a:t>РЕДАКЦИОННЫЙ КАЛЕНДАРЬ</a:t>
            </a:r>
          </a:p>
        </p:txBody>
      </p:sp>
      <p:cxnSp>
        <p:nvCxnSpPr>
          <p:cNvPr id="31" name="section-rule"/>
          <p:cNvCxnSpPr/>
          <p:nvPr/>
        </p:nvCxnSpPr>
        <p:spPr>
          <a:xfrm xmlns:a="http://schemas.openxmlformats.org/drawingml/2006/main">
            <a:off x="685800" y="733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8F1E6"/>
            </a:solidFill>
            <a:prstDash val="solid"/>
          </a:ln>
        </p:spPr>
      </p:cxn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3D5D7B2-65F8-41AD-AA20-5154F6C7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7CABE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D7CABE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BB3FDFD-DE77-4CEE-A379-EE7217DC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Пять дней —</a:t>
            </a:r>
          </a:p>
          <a:p xmlns:a="http://schemas.openxmlformats.org/drawingml/2006/main">
            <a:pPr algn="l">
              <a:defRPr sz="40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пять вопросов читателя</a:t>
            </a:r>
          </a:p>
        </p:txBody>
      </p:sp>
      <p:sp>
        <p:nvSpPr>
          <p:cNvPr id="5" name="day-0">
            <a:extLst xmlns:a="http://schemas.openxmlformats.org/drawingml/2006/main">
              <a:ext uri="{FF2B5EF4-FFF2-40B4-BE49-F238E27FC236}">
                <a16:creationId xmlns:a16="http://schemas.microsoft.com/office/drawing/2014/main" id="{108FD21E-D72A-498C-82BC-08E9D0B5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A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8B5A7"/>
                </a:solidFill>
                <a:latin typeface="Segoe UI"/>
                <a:ea typeface="Segoe UI"/>
                <a:cs typeface="Segoe UI"/>
              </a:rPr>
              <a:t>ПН</a:t>
            </a:r>
          </a:p>
        </p:txBody>
      </p:sp>
      <p:cxnSp>
        <p:nvCxnSpPr>
          <p:cNvPr id="35" name="r-0"/>
          <p:cNvCxnSpPr/>
          <p:nvPr/>
        </p:nvCxnSpPr>
        <p:spPr>
          <a:xfrm xmlns:a="http://schemas.openxmlformats.org/drawingml/2006/main">
            <a:off x="685800" y="37338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65D70"/>
            </a:solidFill>
            <a:prstDash val="solid"/>
          </a:ln>
        </p:spPr>
      </p:cxnSp>
      <p:sp>
        <p:nvSpPr>
          <p:cNvPr id="7" name="head-0">
            <a:extLst xmlns:a="http://schemas.openxmlformats.org/drawingml/2006/main">
              <a:ext uri="{FF2B5EF4-FFF2-40B4-BE49-F238E27FC236}">
                <a16:creationId xmlns:a16="http://schemas.microsoft.com/office/drawing/2014/main" id="{0DEF2D2C-E248-43EE-8795-555FF8EA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Зеркало</a:t>
            </a:r>
          </a:p>
        </p:txBody>
      </p:sp>
      <p:sp>
        <p:nvSpPr>
          <p:cNvPr id="8" name="body-0">
            <a:extLst xmlns:a="http://schemas.openxmlformats.org/drawingml/2006/main">
              <a:ext uri="{FF2B5EF4-FFF2-40B4-BE49-F238E27FC236}">
                <a16:creationId xmlns:a16="http://schemas.microsoft.com/office/drawing/2014/main" id="{9BD53FC0-7EA5-4596-B01E-51A99AEB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6D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EAD6D1"/>
                </a:solidFill>
                <a:latin typeface="Segoe UI"/>
                <a:ea typeface="Segoe UI"/>
                <a:cs typeface="Segoe UI"/>
              </a:rPr>
              <a:t>Это про меня?</a:t>
            </a:r>
          </a:p>
        </p:txBody>
      </p:sp>
      <p:sp>
        <p:nvSpPr>
          <p:cNvPr id="9" name="n-0">
            <a:extLst xmlns:a="http://schemas.openxmlformats.org/drawingml/2006/main">
              <a:ext uri="{FF2B5EF4-FFF2-40B4-BE49-F238E27FC236}">
                <a16:creationId xmlns:a16="http://schemas.microsoft.com/office/drawing/2014/main" id="{5230D0D5-E280-44C3-9DA3-DB0C2EE2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96778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96778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day-1">
            <a:extLst xmlns:a="http://schemas.openxmlformats.org/drawingml/2006/main">
              <a:ext uri="{FF2B5EF4-FFF2-40B4-BE49-F238E27FC236}">
                <a16:creationId xmlns:a16="http://schemas.microsoft.com/office/drawing/2014/main" id="{9D371E96-AA90-4CA1-92B5-DABB4F34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38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A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8B5A7"/>
                </a:solidFill>
                <a:latin typeface="Segoe UI"/>
                <a:ea typeface="Segoe UI"/>
                <a:cs typeface="Segoe UI"/>
              </a:rPr>
              <a:t>ВТ</a:t>
            </a:r>
          </a:p>
        </p:txBody>
      </p:sp>
      <p:cxnSp>
        <p:nvCxnSpPr>
          <p:cNvPr id="40" name="r-1"/>
          <p:cNvCxnSpPr/>
          <p:nvPr/>
        </p:nvCxnSpPr>
        <p:spPr>
          <a:xfrm xmlns:a="http://schemas.openxmlformats.org/drawingml/2006/main">
            <a:off x="2819400" y="37338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65D70"/>
            </a:solidFill>
            <a:prstDash val="solid"/>
          </a:ln>
        </p:spPr>
      </p:cxnSp>
      <p:sp>
        <p:nvSpPr>
          <p:cNvPr id="12" name="head-1">
            <a:extLst xmlns:a="http://schemas.openxmlformats.org/drawingml/2006/main">
              <a:ext uri="{FF2B5EF4-FFF2-40B4-BE49-F238E27FC236}">
                <a16:creationId xmlns:a16="http://schemas.microsoft.com/office/drawing/2014/main" id="{DB65E542-0E95-4326-8807-D9C438F2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76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Проблема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430F59B2-5602-4C80-A571-B89B478E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648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6D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EAD6D1"/>
                </a:solidFill>
                <a:latin typeface="Segoe UI"/>
                <a:ea typeface="Segoe UI"/>
                <a:cs typeface="Segoe UI"/>
              </a:rPr>
              <a:t>Почему так?</a:t>
            </a:r>
          </a:p>
        </p:txBody>
      </p:sp>
      <p:sp>
        <p:nvSpPr>
          <p:cNvPr id="14" name="n-1">
            <a:extLst xmlns:a="http://schemas.openxmlformats.org/drawingml/2006/main">
              <a:ext uri="{FF2B5EF4-FFF2-40B4-BE49-F238E27FC236}">
                <a16:creationId xmlns:a16="http://schemas.microsoft.com/office/drawing/2014/main" id="{6B52D668-4931-4AAF-8DA7-6F1A9A79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43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96778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96778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day-2">
            <a:extLst xmlns:a="http://schemas.openxmlformats.org/drawingml/2006/main">
              <a:ext uri="{FF2B5EF4-FFF2-40B4-BE49-F238E27FC236}">
                <a16:creationId xmlns:a16="http://schemas.microsoft.com/office/drawing/2014/main" id="{A84EBFEB-6C85-4B59-BDCD-B6144332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38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A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8B5A7"/>
                </a:solidFill>
                <a:latin typeface="Segoe UI"/>
                <a:ea typeface="Segoe UI"/>
                <a:cs typeface="Segoe UI"/>
              </a:rPr>
              <a:t>СР</a:t>
            </a:r>
          </a:p>
        </p:txBody>
      </p:sp>
      <p:cxnSp>
        <p:nvCxnSpPr>
          <p:cNvPr id="45" name="r-2"/>
          <p:cNvCxnSpPr/>
          <p:nvPr/>
        </p:nvCxnSpPr>
        <p:spPr>
          <a:xfrm xmlns:a="http://schemas.openxmlformats.org/drawingml/2006/main">
            <a:off x="4953000" y="37338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65D70"/>
            </a:solidFill>
            <a:prstDash val="solid"/>
          </a:ln>
        </p:spPr>
      </p:cxnSp>
      <p:sp>
        <p:nvSpPr>
          <p:cNvPr id="17" name="head-2">
            <a:extLst xmlns:a="http://schemas.openxmlformats.org/drawingml/2006/main">
              <a:ext uri="{FF2B5EF4-FFF2-40B4-BE49-F238E27FC236}">
                <a16:creationId xmlns:a16="http://schemas.microsoft.com/office/drawing/2014/main" id="{EB638573-093E-477C-ADAC-883A612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76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Метод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A9909285-261A-4378-8A9A-FE8EF71A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48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6D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EAD6D1"/>
                </a:solidFill>
                <a:latin typeface="Segoe UI"/>
                <a:ea typeface="Segoe UI"/>
                <a:cs typeface="Segoe UI"/>
              </a:rPr>
              <a:t>Как это работает?</a:t>
            </a:r>
          </a:p>
        </p:txBody>
      </p:sp>
      <p:sp>
        <p:nvSpPr>
          <p:cNvPr id="19" name="n-2">
            <a:extLst xmlns:a="http://schemas.openxmlformats.org/drawingml/2006/main">
              <a:ext uri="{FF2B5EF4-FFF2-40B4-BE49-F238E27FC236}">
                <a16:creationId xmlns:a16="http://schemas.microsoft.com/office/drawing/2014/main" id="{4E976F50-02DA-467F-B17F-471D46A3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43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96778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96778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0" name="day-3">
            <a:extLst xmlns:a="http://schemas.openxmlformats.org/drawingml/2006/main">
              <a:ext uri="{FF2B5EF4-FFF2-40B4-BE49-F238E27FC236}">
                <a16:creationId xmlns:a16="http://schemas.microsoft.com/office/drawing/2014/main" id="{85B4DDA4-CBA6-4D1B-971A-EFC31456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38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A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8B5A7"/>
                </a:solidFill>
                <a:latin typeface="Segoe UI"/>
                <a:ea typeface="Segoe UI"/>
                <a:cs typeface="Segoe UI"/>
              </a:rPr>
              <a:t>ЧТ</a:t>
            </a:r>
          </a:p>
        </p:txBody>
      </p:sp>
      <p:cxnSp>
        <p:nvCxnSpPr>
          <p:cNvPr id="50" name="r-3"/>
          <p:cNvCxnSpPr/>
          <p:nvPr/>
        </p:nvCxnSpPr>
        <p:spPr>
          <a:xfrm xmlns:a="http://schemas.openxmlformats.org/drawingml/2006/main">
            <a:off x="7086600" y="37338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65D70"/>
            </a:solidFill>
            <a:prstDash val="solid"/>
          </a:ln>
        </p:spPr>
      </p:cxnSp>
      <p:sp>
        <p:nvSpPr>
          <p:cNvPr id="22" name="head-3">
            <a:extLst xmlns:a="http://schemas.openxmlformats.org/drawingml/2006/main">
              <a:ext uri="{FF2B5EF4-FFF2-40B4-BE49-F238E27FC236}">
                <a16:creationId xmlns:a16="http://schemas.microsoft.com/office/drawing/2014/main" id="{AB940858-9192-4B20-A2F6-003EFCDF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76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Доверие</a:t>
            </a:r>
          </a:p>
        </p:txBody>
      </p:sp>
      <p:sp>
        <p:nvSpPr>
          <p:cNvPr id="23" name="body-3">
            <a:extLst xmlns:a="http://schemas.openxmlformats.org/drawingml/2006/main">
              <a:ext uri="{FF2B5EF4-FFF2-40B4-BE49-F238E27FC236}">
                <a16:creationId xmlns:a16="http://schemas.microsoft.com/office/drawing/2014/main" id="{11E39557-1045-41F2-80B9-DFF2C7C2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6D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EAD6D1"/>
                </a:solidFill>
                <a:latin typeface="Segoe UI"/>
                <a:ea typeface="Segoe UI"/>
                <a:cs typeface="Segoe UI"/>
              </a:rPr>
              <a:t>Есть доказательства?</a:t>
            </a:r>
          </a:p>
        </p:txBody>
      </p:sp>
      <p:sp>
        <p:nvSpPr>
          <p:cNvPr id="24" name="n-3">
            <a:extLst xmlns:a="http://schemas.openxmlformats.org/drawingml/2006/main">
              <a:ext uri="{FF2B5EF4-FFF2-40B4-BE49-F238E27FC236}">
                <a16:creationId xmlns:a16="http://schemas.microsoft.com/office/drawing/2014/main" id="{D277855D-AA7C-49D7-8FAD-20CE9BDE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43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B96778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B96778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5" name="day-4">
            <a:extLst xmlns:a="http://schemas.openxmlformats.org/drawingml/2006/main">
              <a:ext uri="{FF2B5EF4-FFF2-40B4-BE49-F238E27FC236}">
                <a16:creationId xmlns:a16="http://schemas.microsoft.com/office/drawing/2014/main" id="{BB7C191C-D34B-4E8D-A92B-5B65B6EB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B5A7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E8B5A7"/>
                </a:solidFill>
                <a:latin typeface="Segoe UI"/>
                <a:ea typeface="Segoe UI"/>
                <a:cs typeface="Segoe UI"/>
              </a:rPr>
              <a:t>ПТ</a:t>
            </a:r>
          </a:p>
        </p:txBody>
      </p:sp>
      <p:cxnSp>
        <p:nvCxnSpPr>
          <p:cNvPr id="55" name="r-4"/>
          <p:cNvCxnSpPr/>
          <p:nvPr/>
        </p:nvCxnSpPr>
        <p:spPr>
          <a:xfrm xmlns:a="http://schemas.openxmlformats.org/drawingml/2006/main">
            <a:off x="9220200" y="373380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65D70"/>
            </a:solidFill>
            <a:prstDash val="solid"/>
          </a:ln>
        </p:spPr>
      </p:cxnSp>
      <p:sp>
        <p:nvSpPr>
          <p:cNvPr id="27" name="head-4">
            <a:extLst xmlns:a="http://schemas.openxmlformats.org/drawingml/2006/main">
              <a:ext uri="{FF2B5EF4-FFF2-40B4-BE49-F238E27FC236}">
                <a16:creationId xmlns:a16="http://schemas.microsoft.com/office/drawing/2014/main" id="{7B013F72-7222-4F32-8522-D189A53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76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Оффер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C6C73B39-DDE7-4F93-A0BC-42C7892D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48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D6D1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EAD6D1"/>
                </a:solidFill>
                <a:latin typeface="Segoe UI"/>
                <a:ea typeface="Segoe UI"/>
                <a:cs typeface="Segoe UI"/>
              </a:rPr>
              <a:t>Что делать дальше?</a:t>
            </a:r>
          </a:p>
        </p:txBody>
      </p:sp>
      <p:sp>
        <p:nvSpPr>
          <p:cNvPr id="29" name="n-4">
            <a:extLst xmlns:a="http://schemas.openxmlformats.org/drawingml/2006/main">
              <a:ext uri="{FF2B5EF4-FFF2-40B4-BE49-F238E27FC236}">
                <a16:creationId xmlns:a16="http://schemas.microsoft.com/office/drawing/2014/main" id="{78F450F4-3908-49F5-89F9-9D3E29D2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43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FFFDF9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FFFDF9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682873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1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">
            <a:extLst xmlns:a="http://schemas.openxmlformats.org/drawingml/2006/main">
              <a:ext uri="{FF2B5EF4-FFF2-40B4-BE49-F238E27FC236}">
                <a16:creationId xmlns:a16="http://schemas.microsoft.com/office/drawing/2014/main" id="{58F9210D-61B0-44E4-863C-450259B7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0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A2033"/>
                </a:solidFill>
                <a:latin typeface="Segoe UI"/>
                <a:ea typeface="Segoe UI"/>
                <a:cs typeface="Segoe UI"/>
              </a:rPr>
              <a:t>ПЕРЕД ПУБЛИКАЦИЕЙ</a:t>
            </a:r>
          </a:p>
        </p:txBody>
      </p:sp>
      <p:cxnSp>
        <p:nvCxnSpPr>
          <p:cNvPr id="22" name="section-rule"/>
          <p:cNvCxnSpPr/>
          <p:nvPr/>
        </p:nvCxnSpPr>
        <p:spPr>
          <a:xfrm xmlns:a="http://schemas.openxmlformats.org/drawingml/2006/main">
            <a:off x="685800" y="733425"/>
            <a:ext cx="876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2033"/>
            </a:solidFill>
            <a:prstDash val="solid"/>
          </a:ln>
        </p:spPr>
      </p:cxn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B306F5DA-41B7-42B5-A757-A2D5BEF0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191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1450F1-688E-4E4A-BEE8-67400ED3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1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Пять вопросов</a:t>
            </a:r>
          </a:p>
          <a:p xmlns:a="http://schemas.openxmlformats.org/drawingml/2006/main">
            <a:pPr algn="l">
              <a:defRPr sz="41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1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к хорошему слайду</a:t>
            </a:r>
          </a:p>
        </p:txBody>
      </p:sp>
      <p:sp>
        <p:nvSpPr>
          <p:cNvPr id="5" name="roman-0">
            <a:extLst xmlns:a="http://schemas.openxmlformats.org/drawingml/2006/main">
              <a:ext uri="{FF2B5EF4-FFF2-40B4-BE49-F238E27FC236}">
                <a16:creationId xmlns:a16="http://schemas.microsoft.com/office/drawing/2014/main" id="{D3B8130E-1390-4CEB-A973-BB4C4A6D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458E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21458E"/>
                </a:solidFill>
                <a:latin typeface="Georgia"/>
                <a:ea typeface="Georgia"/>
                <a:cs typeface="Georgia"/>
              </a:rPr>
              <a:t>I</a:t>
            </a:r>
          </a:p>
        </p:txBody>
      </p:sp>
      <p:sp>
        <p:nvSpPr>
          <p:cNvPr id="6" name="q-0">
            <a:extLst xmlns:a="http://schemas.openxmlformats.org/drawingml/2006/main">
              <a:ext uri="{FF2B5EF4-FFF2-40B4-BE49-F238E27FC236}">
                <a16:creationId xmlns:a16="http://schemas.microsoft.com/office/drawing/2014/main" id="{285E126E-A093-4198-BBFD-7A3E4076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479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Понятен ли первый экран?</a:t>
            </a:r>
          </a:p>
        </p:txBody>
      </p:sp>
      <p:cxnSp>
        <p:nvCxnSpPr>
          <p:cNvPr id="27" name="rule-0"/>
          <p:cNvCxnSpPr/>
          <p:nvPr/>
        </p:nvCxnSpPr>
        <p:spPr>
          <a:xfrm xmlns:a="http://schemas.openxmlformats.org/drawingml/2006/main">
            <a:off x="1676400" y="3286125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8" name="roman-1">
            <a:extLst xmlns:a="http://schemas.openxmlformats.org/drawingml/2006/main">
              <a:ext uri="{FF2B5EF4-FFF2-40B4-BE49-F238E27FC236}">
                <a16:creationId xmlns:a16="http://schemas.microsoft.com/office/drawing/2014/main" id="{301DFEF2-39C6-4DC2-BC06-10EC631D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458E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21458E"/>
                </a:solidFill>
                <a:latin typeface="Georgia"/>
                <a:ea typeface="Georgia"/>
                <a:cs typeface="Georgia"/>
              </a:rPr>
              <a:t>II</a:t>
            </a:r>
          </a:p>
        </p:txBody>
      </p:sp>
      <p:sp>
        <p:nvSpPr>
          <p:cNvPr id="9" name="q-1">
            <a:extLst xmlns:a="http://schemas.openxmlformats.org/drawingml/2006/main">
              <a:ext uri="{FF2B5EF4-FFF2-40B4-BE49-F238E27FC236}">
                <a16:creationId xmlns:a16="http://schemas.microsoft.com/office/drawing/2014/main" id="{8B551ED6-7B99-405C-8ADC-FDF406DC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861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Есть ли конкретная польза?</a:t>
            </a:r>
          </a:p>
        </p:txBody>
      </p:sp>
      <p:cxnSp>
        <p:nvCxnSpPr>
          <p:cNvPr id="30" name="rule-1"/>
          <p:cNvCxnSpPr/>
          <p:nvPr/>
        </p:nvCxnSpPr>
        <p:spPr>
          <a:xfrm xmlns:a="http://schemas.openxmlformats.org/drawingml/2006/main">
            <a:off x="1676400" y="392430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11" name="roman-2">
            <a:extLst xmlns:a="http://schemas.openxmlformats.org/drawingml/2006/main">
              <a:ext uri="{FF2B5EF4-FFF2-40B4-BE49-F238E27FC236}">
                <a16:creationId xmlns:a16="http://schemas.microsoft.com/office/drawing/2014/main" id="{07549DC2-CEB7-4D4B-89EE-91BA6B6A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458E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21458E"/>
                </a:solidFill>
                <a:latin typeface="Georgia"/>
                <a:ea typeface="Georgia"/>
                <a:cs typeface="Georgia"/>
              </a:rPr>
              <a:t>III</a:t>
            </a:r>
          </a:p>
        </p:txBody>
      </p:sp>
      <p:sp>
        <p:nvSpPr>
          <p:cNvPr id="12" name="q-2">
            <a:extLst xmlns:a="http://schemas.openxmlformats.org/drawingml/2006/main">
              <a:ext uri="{FF2B5EF4-FFF2-40B4-BE49-F238E27FC236}">
                <a16:creationId xmlns:a16="http://schemas.microsoft.com/office/drawing/2014/main" id="{28168224-FFE9-41A2-9637-E0A8876C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12432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Доказана ли мысль?</a:t>
            </a:r>
          </a:p>
        </p:txBody>
      </p:sp>
      <p:cxnSp>
        <p:nvCxnSpPr>
          <p:cNvPr id="33" name="rule-2"/>
          <p:cNvCxnSpPr/>
          <p:nvPr/>
        </p:nvCxnSpPr>
        <p:spPr>
          <a:xfrm xmlns:a="http://schemas.openxmlformats.org/drawingml/2006/main">
            <a:off x="1676400" y="4562475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14" name="roman-3">
            <a:extLst xmlns:a="http://schemas.openxmlformats.org/drawingml/2006/main">
              <a:ext uri="{FF2B5EF4-FFF2-40B4-BE49-F238E27FC236}">
                <a16:creationId xmlns:a16="http://schemas.microsoft.com/office/drawing/2014/main" id="{786F7F49-9199-4416-8F04-A2D315EF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458E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21458E"/>
                </a:solidFill>
                <a:latin typeface="Georgia"/>
                <a:ea typeface="Georgia"/>
                <a:cs typeface="Georgia"/>
              </a:rPr>
              <a:t>IV</a:t>
            </a:r>
          </a:p>
        </p:txBody>
      </p:sp>
      <p:sp>
        <p:nvSpPr>
          <p:cNvPr id="15" name="q-3">
            <a:extLst xmlns:a="http://schemas.openxmlformats.org/drawingml/2006/main">
              <a:ext uri="{FF2B5EF4-FFF2-40B4-BE49-F238E27FC236}">
                <a16:creationId xmlns:a16="http://schemas.microsoft.com/office/drawing/2014/main" id="{A40EE1DB-5DE1-4244-A838-A98D1388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625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Снят ли главный страх?</a:t>
            </a:r>
          </a:p>
        </p:txBody>
      </p:sp>
      <p:cxnSp>
        <p:nvCxnSpPr>
          <p:cNvPr id="36" name="rule-3"/>
          <p:cNvCxnSpPr/>
          <p:nvPr/>
        </p:nvCxnSpPr>
        <p:spPr>
          <a:xfrm xmlns:a="http://schemas.openxmlformats.org/drawingml/2006/main">
            <a:off x="1676400" y="5200650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17" name="roman-4">
            <a:extLst xmlns:a="http://schemas.openxmlformats.org/drawingml/2006/main">
              <a:ext uri="{FF2B5EF4-FFF2-40B4-BE49-F238E27FC236}">
                <a16:creationId xmlns:a16="http://schemas.microsoft.com/office/drawing/2014/main" id="{748A08CE-937F-4D84-BBAE-21D2A16F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A203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7A2033"/>
                </a:solidFill>
                <a:latin typeface="Georgia"/>
                <a:ea typeface="Georgia"/>
                <a:cs typeface="Georgia"/>
              </a:rPr>
              <a:t>V</a:t>
            </a:r>
          </a:p>
        </p:txBody>
      </p:sp>
      <p:sp>
        <p:nvSpPr>
          <p:cNvPr id="18" name="q-4">
            <a:extLst xmlns:a="http://schemas.openxmlformats.org/drawingml/2006/main">
              <a:ext uri="{FF2B5EF4-FFF2-40B4-BE49-F238E27FC236}">
                <a16:creationId xmlns:a16="http://schemas.microsoft.com/office/drawing/2014/main" id="{E99B6F82-A8C0-4997-8B1A-EC781394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00675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Ясен ли следующий шаг?</a:t>
            </a:r>
          </a:p>
        </p:txBody>
      </p:sp>
      <p:cxnSp>
        <p:nvCxnSpPr>
          <p:cNvPr id="39" name="rule-4"/>
          <p:cNvCxnSpPr/>
          <p:nvPr/>
        </p:nvCxnSpPr>
        <p:spPr>
          <a:xfrm xmlns:a="http://schemas.openxmlformats.org/drawingml/2006/main">
            <a:off x="1676400" y="5838825"/>
            <a:ext cx="838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CBFB0"/>
            </a:solidFill>
            <a:prstDash val="solid"/>
          </a:ln>
        </p:spPr>
      </p:cxnSp>
      <p:sp>
        <p:nvSpPr>
          <p:cNvPr id="20" name="aside">
            <a:extLst xmlns:a="http://schemas.openxmlformats.org/drawingml/2006/main">
              <a:ext uri="{FF2B5EF4-FFF2-40B4-BE49-F238E27FC236}">
                <a16:creationId xmlns:a16="http://schemas.microsoft.com/office/drawing/2014/main" id="{88803FC2-45F6-42B0-AA7B-10ED2BD6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3335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Если ответ неочевиден — история ещё не закончена.</a:t>
            </a:r>
          </a:p>
        </p:txBody>
      </p:sp>
    </p:spTree>
    <p:extLst>
      <p:ext uri="{BB962C8B-B14F-4D97-AF65-F5344CB8AC3E}">
        <p14:creationId xmlns:p14="http://schemas.microsoft.com/office/powerpoint/2010/main" val="2744846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a3e21294141f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meta">
            <a:extLst xmlns:a="http://schemas.openxmlformats.org/drawingml/2006/main">
              <a:ext uri="{FF2B5EF4-FFF2-40B4-BE49-F238E27FC236}">
                <a16:creationId xmlns:a16="http://schemas.microsoft.com/office/drawing/2014/main" id="{0EA5AE46-8FAF-4659-84C5-0307244F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2033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7A2033"/>
                </a:solidFill>
                <a:latin typeface="Segoe UI"/>
                <a:ea typeface="Segoe UI"/>
                <a:cs typeface="Segoe UI"/>
              </a:rPr>
              <a:t>ФИНАЛ</a:t>
            </a:r>
          </a:p>
        </p:txBody>
      </p:sp>
      <p:cxnSp>
        <p:nvCxnSpPr>
          <p:cNvPr id="8" name="rule"/>
          <p:cNvCxnSpPr/>
          <p:nvPr/>
        </p:nvCxnSpPr>
        <p:spPr>
          <a:xfrm xmlns:a="http://schemas.openxmlformats.org/drawingml/2006/main">
            <a:off x="685800" y="76200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A2033"/>
            </a:solidFill>
            <a:prstDash val="solid"/>
          </a:ln>
        </p:spPr>
      </p:cxn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1FBE247-8E6D-4807-BA13-5A35825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9055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Одна мысль.</a:t>
            </a:r>
          </a:p>
          <a:p xmlns:a="http://schemas.openxmlformats.org/drawingml/2006/main">
            <a:pPr algn="l">
              <a:defRPr sz="465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Один маршрут.</a:t>
            </a:r>
          </a:p>
          <a:p xmlns:a="http://schemas.openxmlformats.org/drawingml/2006/main">
            <a:pPr algn="l">
              <a:defRPr sz="4650" b="1">
                <a:solidFill>
                  <a:srgbClr val="251C19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251C19"/>
                </a:solidFill>
                <a:latin typeface="Georgia"/>
                <a:ea typeface="Georgia"/>
                <a:cs typeface="Georgia"/>
              </a:rPr>
              <a:t>Один шаг.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EF1FF98-4868-4FBF-82D9-82606F99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552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Хорошая презентация не украшает сложность.</a:t>
            </a:r>
          </a:p>
          <a:p xmlns:a="http://schemas.openxmlformats.org/drawingml/2006/main">
            <a:pPr algn="l">
              <a:defRPr sz="1800" b="0">
                <a:solidFill>
                  <a:srgbClr val="776B6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776B63"/>
                </a:solidFill>
                <a:latin typeface="Segoe UI"/>
                <a:ea typeface="Segoe UI"/>
                <a:cs typeface="Segoe UI"/>
              </a:rPr>
              <a:t>Она выстраивает ясный путь к решению.</a:t>
            </a:r>
          </a:p>
        </p:txBody>
      </p:sp>
    </p:spTree>
    <p:extLst>
      <p:ext uri="{BB962C8B-B14F-4D97-AF65-F5344CB8AC3E}">
        <p14:creationId xmlns:p14="http://schemas.microsoft.com/office/powerpoint/2010/main" val="72349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2026-08-01T20:04:09.9720000Z</dcterms:created>
  <dcterms:modified xsi:type="dcterms:W3CDTF">2026-08-01T20:04:09.9720000Z</dcterms:modified>
</coreProperties>
</file>