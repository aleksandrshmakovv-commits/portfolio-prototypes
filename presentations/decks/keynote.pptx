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e13399a98e459f" /><Relationship Type="http://schemas.openxmlformats.org/officeDocument/2006/relationships/extended-properties" Target="/docProps/app.xml" Id="R540788e3934f4b09" /><Relationship Type="http://schemas.openxmlformats.org/officeDocument/2006/relationships/officeDocument" Target="/ppt/presentation.xml" Id="Ra07e172dbbf64c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24c6627a894857"/>
  </p:sldMasterIdLst>
  <p:notesMasterIdLst>
    <p:notesMasterId xmlns:r="http://schemas.openxmlformats.org/officeDocument/2006/relationships" r:id="R194e1efbd7ac44ab"/>
  </p:notesMasterIdLst>
  <p:sldIdLst>
    <p:sldId xmlns:r="http://schemas.openxmlformats.org/officeDocument/2006/relationships" id="256" r:id="Ra12dcff4f4f24cab"/>
    <p:sldId xmlns:r="http://schemas.openxmlformats.org/officeDocument/2006/relationships" id="257" r:id="R187fc620e6cd4a51"/>
    <p:sldId xmlns:r="http://schemas.openxmlformats.org/officeDocument/2006/relationships" id="258" r:id="R6f4c3da46e9a43f5"/>
    <p:sldId xmlns:r="http://schemas.openxmlformats.org/officeDocument/2006/relationships" id="259" r:id="R3daa7b256d664156"/>
    <p:sldId xmlns:r="http://schemas.openxmlformats.org/officeDocument/2006/relationships" id="260" r:id="Raea50451da014993"/>
    <p:sldId xmlns:r="http://schemas.openxmlformats.org/officeDocument/2006/relationships" id="261" r:id="R2118d52b2648471e"/>
    <p:sldId xmlns:r="http://schemas.openxmlformats.org/officeDocument/2006/relationships" id="262" r:id="Rb63d590a3fd04492"/>
    <p:sldId xmlns:r="http://schemas.openxmlformats.org/officeDocument/2006/relationships" id="263" r:id="Rad480a72a97941f3"/>
    <p:sldId xmlns:r="http://schemas.openxmlformats.org/officeDocument/2006/relationships" id="264" r:id="Rb4c5a1b1794844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af2eb828564b7f" /><Relationship Type="http://schemas.openxmlformats.org/officeDocument/2006/relationships/slideMaster" Target="/ppt/slideMasters/slideMaster1.xml" Id="R8a24c6627a894857" /><Relationship Type="http://schemas.openxmlformats.org/officeDocument/2006/relationships/notesMaster" Target="/ppt/notesMasters/notesMaster1.xml" Id="R194e1efbd7ac44ab" /><Relationship Type="http://schemas.openxmlformats.org/officeDocument/2006/relationships/presProps" Target="/ppt/presProps.xml" Id="R372fbcff98334910" /><Relationship Type="http://schemas.openxmlformats.org/officeDocument/2006/relationships/tableStyles" Target="/ppt/tableStyles.xml" Id="R531c93a2692440ad" /><Relationship Type="http://schemas.openxmlformats.org/officeDocument/2006/relationships/slide" Target="/ppt/slides/slide1.xml" Id="Ra12dcff4f4f24cab" /><Relationship Type="http://schemas.openxmlformats.org/officeDocument/2006/relationships/slide" Target="/ppt/slides/slide2.xml" Id="R187fc620e6cd4a51" /><Relationship Type="http://schemas.openxmlformats.org/officeDocument/2006/relationships/slide" Target="/ppt/slides/slide3.xml" Id="R6f4c3da46e9a43f5" /><Relationship Type="http://schemas.openxmlformats.org/officeDocument/2006/relationships/slide" Target="/ppt/slides/slide4.xml" Id="R3daa7b256d664156" /><Relationship Type="http://schemas.openxmlformats.org/officeDocument/2006/relationships/slide" Target="/ppt/slides/slide5.xml" Id="Raea50451da014993" /><Relationship Type="http://schemas.openxmlformats.org/officeDocument/2006/relationships/slide" Target="/ppt/slides/slide6.xml" Id="R2118d52b2648471e" /><Relationship Type="http://schemas.openxmlformats.org/officeDocument/2006/relationships/slide" Target="/ppt/slides/slide7.xml" Id="Rb63d590a3fd04492" /><Relationship Type="http://schemas.openxmlformats.org/officeDocument/2006/relationships/slide" Target="/ppt/slides/slide8.xml" Id="Rad480a72a97941f3" /><Relationship Type="http://schemas.openxmlformats.org/officeDocument/2006/relationships/slide" Target="/ppt/slides/slide9.xml" Id="Rb4c5a1b1794844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e2b5b99e054a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3a3811b3d44a49" /><Relationship Type="http://schemas.openxmlformats.org/officeDocument/2006/relationships/notesMaster" Target="/ppt/notesMasters/notesMaster1.xml" Id="R526b2231a88a4a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5c35cac3e749f4" /><Relationship Type="http://schemas.openxmlformats.org/officeDocument/2006/relationships/notesMaster" Target="/ppt/notesMasters/notesMaster1.xml" Id="Rb2b135ff825646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cc6cf0b7ad486a" /><Relationship Type="http://schemas.openxmlformats.org/officeDocument/2006/relationships/notesMaster" Target="/ppt/notesMasters/notesMaster1.xml" Id="R267efb38c3ab44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d96aa9b0f748c0" /><Relationship Type="http://schemas.openxmlformats.org/officeDocument/2006/relationships/notesMaster" Target="/ppt/notesMasters/notesMaster1.xml" Id="Ra83755d276fd45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321b2c39c74452" /><Relationship Type="http://schemas.openxmlformats.org/officeDocument/2006/relationships/notesMaster" Target="/ppt/notesMasters/notesMaster1.xml" Id="R2925aa7879f249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872086af944164" /><Relationship Type="http://schemas.openxmlformats.org/officeDocument/2006/relationships/notesMaster" Target="/ppt/notesMasters/notesMaster1.xml" Id="R8981f28c7f444c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e5d7b33299485f" /><Relationship Type="http://schemas.openxmlformats.org/officeDocument/2006/relationships/notesMaster" Target="/ppt/notesMasters/notesMaster1.xml" Id="R5ccd56da3e9e46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4ee38f36684447" /><Relationship Type="http://schemas.openxmlformats.org/officeDocument/2006/relationships/notesMaster" Target="/ppt/notesMasters/notesMaster1.xml" Id="Re601cbe4b1704d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c7a7c20e5a44b2" /><Relationship Type="http://schemas.openxmlformats.org/officeDocument/2006/relationships/notesMaster" Target="/ppt/notesMasters/notesMaster1.xml" Id="R691966662c1e45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visual: assets/hero.png; prompt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portfolio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portfolio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visual: assets/journey.png; prompt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portfolio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portfolio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portfolio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portfolio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visual: assets/close.png; prompt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c93e7031a4c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2db593e8294eae" /><Relationship Type="http://schemas.openxmlformats.org/officeDocument/2006/relationships/slideLayout" Target="/ppt/slideLayouts/slideLayout1.xml" Id="R06d030a9563d4c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d030a9563d4c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bae07132849bf" /><Relationship Type="http://schemas.openxmlformats.org/officeDocument/2006/relationships/image" Target="/ppt/media/image.png" Id="Rb0b14cd397d74777" /><Relationship Type="http://schemas.openxmlformats.org/officeDocument/2006/relationships/notesSlide" Target="/ppt/notesSlides/notesSlide1.xml" Id="R4dd47564987f40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fbe408d4f4a78" /><Relationship Type="http://schemas.openxmlformats.org/officeDocument/2006/relationships/notesSlide" Target="/ppt/notesSlides/notesSlide2.xml" Id="R84ec2bad303a43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7403707704013" /><Relationship Type="http://schemas.openxmlformats.org/officeDocument/2006/relationships/notesSlide" Target="/ppt/notesSlides/notesSlide3.xml" Id="R5ca6214e4ccf4a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10106ef7a4125" /><Relationship Type="http://schemas.openxmlformats.org/officeDocument/2006/relationships/image" Target="/ppt/media/image2.png" Id="Ra24dc18c538445f2" /><Relationship Type="http://schemas.openxmlformats.org/officeDocument/2006/relationships/notesSlide" Target="/ppt/notesSlides/notesSlide4.xml" Id="Ra0df91c093d94c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0f3122f5b4e1f" /><Relationship Type="http://schemas.openxmlformats.org/officeDocument/2006/relationships/notesSlide" Target="/ppt/notesSlides/notesSlide5.xml" Id="R6f34aabc00894b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ba1afc0bf44f3" /><Relationship Type="http://schemas.openxmlformats.org/officeDocument/2006/relationships/notesSlide" Target="/ppt/notesSlides/notesSlide6.xml" Id="R6dae12e6728548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656d4ddc64eef" /><Relationship Type="http://schemas.openxmlformats.org/officeDocument/2006/relationships/notesSlide" Target="/ppt/notesSlides/notesSlide7.xml" Id="R717f59df30fc4a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09fca4cf74f6a" /><Relationship Type="http://schemas.openxmlformats.org/officeDocument/2006/relationships/notesSlide" Target="/ppt/notesSlides/notesSlide8.xml" Id="R061bfdbf444343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5f0a39bc348f2" /><Relationship Type="http://schemas.openxmlformats.org/officeDocument/2006/relationships/image" Target="/ppt/media/image3.png" Id="R500c79c3cca44b70" /><Relationship Type="http://schemas.openxmlformats.org/officeDocument/2006/relationships/notesSlide" Target="/ppt/notesSlides/notesSlide9.xml" Id="R3db1b1c1000647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14cd397d7477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meta">
            <a:extLst xmlns:a="http://schemas.openxmlformats.org/drawingml/2006/main">
              <a:ext uri="{FF2B5EF4-FFF2-40B4-BE49-F238E27FC236}">
                <a16:creationId xmlns:a16="http://schemas.microsoft.com/office/drawing/2014/main" id="{E7813E3A-D327-4E7E-B70B-F7FE6E85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B9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77B9FF"/>
                </a:solidFill>
                <a:latin typeface="Segoe UI"/>
                <a:ea typeface="Segoe UI"/>
                <a:cs typeface="Segoe UI"/>
              </a:rPr>
              <a:t>TECH KEYNOTE  /  DEMO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8A176B-E844-4899-9F08-148B9422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191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Сильный контент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виден как сигнал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0B6FFC8-EAD3-480B-B9B0-C5BE6E0E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4CAD3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C4CAD3"/>
                </a:solidFill>
                <a:latin typeface="Segoe UI"/>
                <a:ea typeface="Segoe UI"/>
                <a:cs typeface="Segoe UI"/>
              </a:rPr>
              <a:t>Пять касаний превращают внимание</a:t>
            </a:r>
          </a:p>
          <a:p xmlns:a="http://schemas.openxmlformats.org/drawingml/2006/main">
            <a:pPr algn="l">
              <a:defRPr sz="1950" b="0">
                <a:solidFill>
                  <a:srgbClr val="C4CAD3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C4CAD3"/>
                </a:solidFill>
                <a:latin typeface="Segoe UI"/>
                <a:ea typeface="Segoe UI"/>
                <a:cs typeface="Segoe UI"/>
              </a:rPr>
              <a:t>в понятный следующий шаг.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05198C9-BFAC-4DCD-B3A6-4AB39B70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34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858829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A4B4340F-10DF-47D2-B7C6-7D969A7D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6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586FF"/>
                </a:solidFill>
                <a:latin typeface="Segoe UI"/>
                <a:ea typeface="Segoe UI"/>
                <a:cs typeface="Segoe UI"/>
              </a:rPr>
              <a:t>ПРОБЛЕМА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6B8F298-5775-4BA8-BDBF-1EFCA367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97B50A-13A3-49AC-80C8-F630F777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572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Сигнал теряется,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когда каждый пост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говорит о разном.</a:t>
            </a:r>
          </a:p>
        </p:txBody>
      </p:sp>
      <p:cxnSp>
        <p:nvCxnSpPr>
          <p:cNvPr id="13" name="signal-line"/>
          <p:cNvCxnSpPr/>
          <p:nvPr/>
        </p:nvCxnSpPr>
        <p:spPr>
          <a:xfrm xmlns:a="http://schemas.openxmlformats.org/drawingml/2006/main">
            <a:off x="7543800" y="1619250"/>
            <a:ext cx="39624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586FF"/>
            </a:solidFill>
            <a:prstDash val="solid"/>
          </a:ln>
        </p:spPr>
      </p:cxnSp>
      <p:sp>
        <p:nvSpPr>
          <p:cNvPr id="5" name="signal-point">
            <a:extLst xmlns:a="http://schemas.openxmlformats.org/drawingml/2006/main">
              <a:ext uri="{FF2B5EF4-FFF2-40B4-BE49-F238E27FC236}">
                <a16:creationId xmlns:a16="http://schemas.microsoft.com/office/drawing/2014/main" id="{51FFD13C-E255-4F6E-B1FD-D5AD0A82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1514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6FF"/>
          </a:solidFill>
          <a:ln xmlns:a="http://schemas.openxmlformats.org/drawingml/2006/main" w="0">
            <a:solidFill>
              <a:srgbClr val="1586FF"/>
            </a:solidFill>
            <a:prstDash val="solid"/>
          </a:ln>
        </p:spPr>
      </p:sp>
      <p:sp>
        <p:nvSpPr>
          <p:cNvPr id="6" name="a">
            <a:extLst xmlns:a="http://schemas.openxmlformats.org/drawingml/2006/main">
              <a:ext uri="{FF2B5EF4-FFF2-40B4-BE49-F238E27FC236}">
                <a16:creationId xmlns:a16="http://schemas.microsoft.com/office/drawing/2014/main" id="{11D1735E-0AF7-4558-859E-E975DC71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43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СЛУЧАЙНАЯ ТЕМА</a:t>
            </a:r>
          </a:p>
        </p:txBody>
      </p:sp>
      <p:sp>
        <p:nvSpPr>
          <p:cNvPr id="7" name="b">
            <a:extLst xmlns:a="http://schemas.openxmlformats.org/drawingml/2006/main">
              <a:ext uri="{FF2B5EF4-FFF2-40B4-BE49-F238E27FC236}">
                <a16:creationId xmlns:a16="http://schemas.microsoft.com/office/drawing/2014/main" id="{4CC145D6-7020-4624-9F3A-8271A01B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НЕТ ПРОДОЛЖЕНИЯ</a:t>
            </a:r>
          </a:p>
        </p:txBody>
      </p:sp>
      <p:sp>
        <p:nvSpPr>
          <p:cNvPr id="8" name="c">
            <a:extLst xmlns:a="http://schemas.openxmlformats.org/drawingml/2006/main">
              <a:ext uri="{FF2B5EF4-FFF2-40B4-BE49-F238E27FC236}">
                <a16:creationId xmlns:a16="http://schemas.microsoft.com/office/drawing/2014/main" id="{A965CCA0-3B8B-4048-9257-6FA88D10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ОФФЕР БЕЗ ЦЕННОСТИ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BC66EFD-2051-44DB-BD18-89619866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Контент может быть качественным —</a:t>
            </a:r>
          </a:p>
          <a:p xmlns:a="http://schemas.openxmlformats.org/drawingml/2006/main">
            <a:pPr algn="l">
              <a:defRPr sz="1800" b="0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но путь читателя остаётся невидимым.</a:t>
            </a:r>
          </a:p>
        </p:txBody>
      </p:sp>
    </p:spTree>
    <p:extLst>
      <p:ext uri="{BB962C8B-B14F-4D97-AF65-F5344CB8AC3E}">
        <p14:creationId xmlns:p14="http://schemas.microsoft.com/office/powerpoint/2010/main" val="661263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493708DF-B36E-4D81-91D7-922CD40C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6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586FF"/>
                </a:solidFill>
                <a:latin typeface="Segoe UI"/>
                <a:ea typeface="Segoe UI"/>
                <a:cs typeface="Segoe UI"/>
              </a:rPr>
              <a:t>СИСТЕМА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0A38BA4-C766-4B0D-B406-37E3E861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F82CD3-4630-4335-A94C-1631E8FF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У каждого касания —</a:t>
            </a:r>
          </a:p>
          <a:p xmlns:a="http://schemas.openxmlformats.org/drawingml/2006/main">
            <a:pPr algn="l">
              <a:defRPr sz="4350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только одна работа.</a:t>
            </a:r>
          </a:p>
        </p:txBody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FC173407-A7A2-4D17-A93B-C8BAC7C0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23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D1D7E0"/>
                </a:solidFill>
                <a:latin typeface="Segoe UI"/>
                <a:ea typeface="Segoe UI"/>
                <a:cs typeface="Segoe UI"/>
              </a:defRPr>
            </a:pPr>
            <a:r>
              <a:rPr sz="6600" b="1">
                <a:solidFill>
                  <a:srgbClr val="D1D7E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cxnSp>
        <p:nvCxnSpPr>
          <p:cNvPr id="20" name="r-0"/>
          <p:cNvCxnSpPr/>
          <p:nvPr/>
        </p:nvCxnSpPr>
        <p:spPr>
          <a:xfrm xmlns:a="http://schemas.openxmlformats.org/drawingml/2006/main">
            <a:off x="685800" y="41719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ED6"/>
            </a:solidFill>
            <a:prstDash val="solid"/>
          </a:ln>
        </p:spPr>
      </p:cxnSp>
      <p:sp>
        <p:nvSpPr>
          <p:cNvPr id="6" name="head-0">
            <a:extLst xmlns:a="http://schemas.openxmlformats.org/drawingml/2006/main">
              <a:ext uri="{FF2B5EF4-FFF2-40B4-BE49-F238E27FC236}">
                <a16:creationId xmlns:a16="http://schemas.microsoft.com/office/drawing/2014/main" id="{13AB66B8-6E55-4614-8C94-E139C1BC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76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Поймать</a:t>
            </a:r>
          </a:p>
          <a:p xmlns:a="http://schemas.openxmlformats.org/drawingml/2006/main">
            <a:pPr algn="l">
              <a:defRPr sz="2325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внимание</a:t>
            </a:r>
          </a:p>
        </p:txBody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FAB9FD9E-5566-418C-918A-E545E104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B6471"/>
                </a:solidFill>
                <a:latin typeface="Segoe UI"/>
                <a:ea typeface="Segoe UI"/>
                <a:cs typeface="Segoe UI"/>
              </a:rPr>
              <a:t>Человек узнаёт</a:t>
            </a:r>
          </a:p>
          <a:p xmlns:a="http://schemas.openxmlformats.org/drawingml/2006/main">
            <a:pPr algn="l">
              <a:defRPr sz="1575" b="0">
                <a:solidFill>
                  <a:srgbClr val="5B647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B6471"/>
                </a:solidFill>
                <a:latin typeface="Segoe UI"/>
                <a:ea typeface="Segoe UI"/>
                <a:cs typeface="Segoe UI"/>
              </a:rPr>
              <a:t>свою ситуацию.</a:t>
            </a:r>
          </a:p>
        </p:txBody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AA3ABB61-BB0B-4B4C-BC8F-000B1433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123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1586FF"/>
                </a:solidFill>
                <a:latin typeface="Segoe UI"/>
                <a:ea typeface="Segoe UI"/>
                <a:cs typeface="Segoe UI"/>
              </a:defRPr>
            </a:pPr>
            <a:r>
              <a:rPr sz="6600" b="1">
                <a:solidFill>
                  <a:srgbClr val="1586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cxnSp>
        <p:nvCxnSpPr>
          <p:cNvPr id="24" name="r-1"/>
          <p:cNvCxnSpPr/>
          <p:nvPr/>
        </p:nvCxnSpPr>
        <p:spPr>
          <a:xfrm xmlns:a="http://schemas.openxmlformats.org/drawingml/2006/main">
            <a:off x="4305300" y="41719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86FF"/>
            </a:solidFill>
            <a:prstDash val="solid"/>
          </a:ln>
        </p:spPr>
      </p:cxnSp>
      <p:sp>
        <p:nvSpPr>
          <p:cNvPr id="10" name="head-1">
            <a:extLst xmlns:a="http://schemas.openxmlformats.org/drawingml/2006/main">
              <a:ext uri="{FF2B5EF4-FFF2-40B4-BE49-F238E27FC236}">
                <a16:creationId xmlns:a16="http://schemas.microsoft.com/office/drawing/2014/main" id="{CB4F3BAE-418F-4924-AD2B-048F10B8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276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Собрать</a:t>
            </a:r>
          </a:p>
          <a:p xmlns:a="http://schemas.openxmlformats.org/drawingml/2006/main">
            <a:pPr algn="l">
              <a:defRPr sz="2325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доверие</a:t>
            </a:r>
          </a:p>
        </p:txBody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F83BD5CB-B580-4C60-81C5-D88518A8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102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B6471"/>
                </a:solidFill>
                <a:latin typeface="Segoe UI"/>
                <a:ea typeface="Segoe UI"/>
                <a:cs typeface="Segoe UI"/>
              </a:rPr>
              <a:t>Видит метод</a:t>
            </a:r>
          </a:p>
          <a:p xmlns:a="http://schemas.openxmlformats.org/drawingml/2006/main">
            <a:pPr algn="l">
              <a:defRPr sz="1575" b="0">
                <a:solidFill>
                  <a:srgbClr val="5B647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B6471"/>
                </a:solidFill>
                <a:latin typeface="Segoe UI"/>
                <a:ea typeface="Segoe UI"/>
                <a:cs typeface="Segoe UI"/>
              </a:rPr>
              <a:t>и доказательства.</a:t>
            </a:r>
          </a:p>
        </p:txBody>
      </p:sp>
      <p:sp>
        <p:nvSpPr>
          <p:cNvPr id="12" name="num-2">
            <a:extLst xmlns:a="http://schemas.openxmlformats.org/drawingml/2006/main">
              <a:ext uri="{FF2B5EF4-FFF2-40B4-BE49-F238E27FC236}">
                <a16:creationId xmlns:a16="http://schemas.microsoft.com/office/drawing/2014/main" id="{6BFCBC37-2A9F-4197-A042-4C692358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123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D1D7E0"/>
                </a:solidFill>
                <a:latin typeface="Segoe UI"/>
                <a:ea typeface="Segoe UI"/>
                <a:cs typeface="Segoe UI"/>
              </a:defRPr>
            </a:pPr>
            <a:r>
              <a:rPr sz="6600" b="1">
                <a:solidFill>
                  <a:srgbClr val="D1D7E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cxnSp>
        <p:nvCxnSpPr>
          <p:cNvPr id="28" name="r-2"/>
          <p:cNvCxnSpPr/>
          <p:nvPr/>
        </p:nvCxnSpPr>
        <p:spPr>
          <a:xfrm xmlns:a="http://schemas.openxmlformats.org/drawingml/2006/main">
            <a:off x="7924800" y="41719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ED6"/>
            </a:solidFill>
            <a:prstDash val="solid"/>
          </a:ln>
        </p:spPr>
      </p:cxnSp>
      <p:sp>
        <p:nvSpPr>
          <p:cNvPr id="14" name="head-2">
            <a:extLst xmlns:a="http://schemas.openxmlformats.org/drawingml/2006/main">
              <a:ext uri="{FF2B5EF4-FFF2-40B4-BE49-F238E27FC236}">
                <a16:creationId xmlns:a16="http://schemas.microsoft.com/office/drawing/2014/main" id="{3F900206-C8F8-4F04-A739-1C3D9977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276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Запустить</a:t>
            </a:r>
          </a:p>
          <a:p xmlns:a="http://schemas.openxmlformats.org/drawingml/2006/main">
            <a:pPr algn="l">
              <a:defRPr sz="2325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действие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A4D412B3-0016-46F7-8814-5C9170B1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102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B6471"/>
                </a:solidFill>
                <a:latin typeface="Segoe UI"/>
                <a:ea typeface="Segoe UI"/>
                <a:cs typeface="Segoe UI"/>
              </a:rPr>
              <a:t>Получает один</a:t>
            </a:r>
          </a:p>
          <a:p xmlns:a="http://schemas.openxmlformats.org/drawingml/2006/main">
            <a:pPr algn="l">
              <a:defRPr sz="1575" b="0">
                <a:solidFill>
                  <a:srgbClr val="5B647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B6471"/>
                </a:solidFill>
                <a:latin typeface="Segoe UI"/>
                <a:ea typeface="Segoe UI"/>
                <a:cs typeface="Segoe UI"/>
              </a:rPr>
              <a:t>простой шаг.</a:t>
            </a:r>
          </a:p>
        </p:txBody>
      </p:sp>
    </p:spTree>
    <p:extLst>
      <p:ext uri="{BB962C8B-B14F-4D97-AF65-F5344CB8AC3E}">
        <p14:creationId xmlns:p14="http://schemas.microsoft.com/office/powerpoint/2010/main" val="9570635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dc18c538445f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3D8B7A0-E6B8-45B9-B92F-84389F38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6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586FF"/>
                </a:solidFill>
                <a:latin typeface="Segoe UI"/>
                <a:ea typeface="Segoe UI"/>
                <a:cs typeface="Segoe UI"/>
              </a:rPr>
              <a:t>ПУТЬ АУДИТОРИИ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451DE28-9649-4675-9739-42A3E649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F45F0D-6B6C-4A3B-826F-C47798FD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6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Четыре шага.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6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Один нарастающий сигнал.</a:t>
            </a:r>
          </a:p>
        </p:txBody>
      </p:sp>
      <p:sp>
        <p:nvSpPr>
          <p:cNvPr id="5" name="i-0">
            <a:extLst xmlns:a="http://schemas.openxmlformats.org/drawingml/2006/main">
              <a:ext uri="{FF2B5EF4-FFF2-40B4-BE49-F238E27FC236}">
                <a16:creationId xmlns:a16="http://schemas.microsoft.com/office/drawing/2014/main" id="{6403588E-7EF8-4FE3-B23A-5901623A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816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7B9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77B9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l-0">
            <a:extLst xmlns:a="http://schemas.openxmlformats.org/drawingml/2006/main">
              <a:ext uri="{FF2B5EF4-FFF2-40B4-BE49-F238E27FC236}">
                <a16:creationId xmlns:a16="http://schemas.microsoft.com/office/drawing/2014/main" id="{FF828F3F-4055-4E76-8B7C-F08A9869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УЗНАТЬ СЕБЯ</a:t>
            </a:r>
          </a:p>
        </p:txBody>
      </p:sp>
      <p:sp>
        <p:nvSpPr>
          <p:cNvPr id="7" name="i-1">
            <a:extLst xmlns:a="http://schemas.openxmlformats.org/drawingml/2006/main">
              <a:ext uri="{FF2B5EF4-FFF2-40B4-BE49-F238E27FC236}">
                <a16:creationId xmlns:a16="http://schemas.microsoft.com/office/drawing/2014/main" id="{6A07C8D7-ACC6-45C6-9C36-2162F4BA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816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7B9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77B9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l-1">
            <a:extLst xmlns:a="http://schemas.openxmlformats.org/drawingml/2006/main">
              <a:ext uri="{FF2B5EF4-FFF2-40B4-BE49-F238E27FC236}">
                <a16:creationId xmlns:a16="http://schemas.microsoft.com/office/drawing/2014/main" id="{09C42B35-9DE9-4239-92E1-F94FBCC0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ПОНЯТЬ ПРИЧИНУ</a:t>
            </a:r>
          </a:p>
        </p:txBody>
      </p:sp>
      <p:sp>
        <p:nvSpPr>
          <p:cNvPr id="9" name="i-2">
            <a:extLst xmlns:a="http://schemas.openxmlformats.org/drawingml/2006/main">
              <a:ext uri="{FF2B5EF4-FFF2-40B4-BE49-F238E27FC236}">
                <a16:creationId xmlns:a16="http://schemas.microsoft.com/office/drawing/2014/main" id="{989288E9-B988-4687-A28A-75FAEB69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3816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7B9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77B9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l-2">
            <a:extLst xmlns:a="http://schemas.openxmlformats.org/drawingml/2006/main">
              <a:ext uri="{FF2B5EF4-FFF2-40B4-BE49-F238E27FC236}">
                <a16:creationId xmlns:a16="http://schemas.microsoft.com/office/drawing/2014/main" id="{FDFEF93A-F33B-43C9-9D15-B03B4ED9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81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УВИДЕТЬ МЕТОД</a:t>
            </a:r>
          </a:p>
        </p:txBody>
      </p:sp>
      <p:sp>
        <p:nvSpPr>
          <p:cNvPr id="11" name="i-3">
            <a:extLst xmlns:a="http://schemas.openxmlformats.org/drawingml/2006/main">
              <a:ext uri="{FF2B5EF4-FFF2-40B4-BE49-F238E27FC236}">
                <a16:creationId xmlns:a16="http://schemas.microsoft.com/office/drawing/2014/main" id="{73B71711-786F-4DE9-B0B7-1A769B14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816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7B9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77B9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2" name="l-3">
            <a:extLst xmlns:a="http://schemas.openxmlformats.org/drawingml/2006/main">
              <a:ext uri="{FF2B5EF4-FFF2-40B4-BE49-F238E27FC236}">
                <a16:creationId xmlns:a16="http://schemas.microsoft.com/office/drawing/2014/main" id="{4767609D-8898-488F-B575-5E07C3CB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СДЕЛАТЬ ШАГ</a:t>
            </a:r>
          </a:p>
        </p:txBody>
      </p:sp>
    </p:spTree>
    <p:extLst>
      <p:ext uri="{BB962C8B-B14F-4D97-AF65-F5344CB8AC3E}">
        <p14:creationId xmlns:p14="http://schemas.microsoft.com/office/powerpoint/2010/main" val="14332491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951F7D86-D1DD-4B12-9DD0-AEBEF625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6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586FF"/>
                </a:solidFill>
                <a:latin typeface="Segoe UI"/>
                <a:ea typeface="Segoe UI"/>
                <a:cs typeface="Segoe UI"/>
              </a:rPr>
              <a:t>ЛОГИКА ОФФЕРА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0EDDC59-4BCD-4024-8609-96EBA3C9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A05A51-8755-4B9C-A66C-30C111A3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286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Цена без контекста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выглядит как шум.</a:t>
            </a:r>
          </a:p>
        </p:txBody>
      </p:sp>
      <p:sp>
        <p:nvSpPr>
          <p:cNvPr id="4" name="old1">
            <a:extLst xmlns:a="http://schemas.openxmlformats.org/drawingml/2006/main">
              <a:ext uri="{FF2B5EF4-FFF2-40B4-BE49-F238E27FC236}">
                <a16:creationId xmlns:a16="http://schemas.microsoft.com/office/drawing/2014/main" id="{19605885-35AB-4C2A-9E52-4263312F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ПОСТ</a:t>
            </a:r>
          </a:p>
        </p:txBody>
      </p:sp>
      <p:cxnSp>
        <p:nvCxnSpPr>
          <p:cNvPr id="20" name="old-rule"/>
          <p:cNvCxnSpPr/>
          <p:nvPr/>
        </p:nvCxnSpPr>
        <p:spPr>
          <a:xfrm xmlns:a="http://schemas.openxmlformats.org/drawingml/2006/main">
            <a:off x="2000250" y="3876675"/>
            <a:ext cx="1676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14854"/>
            </a:solidFill>
            <a:prstDash val="solid"/>
          </a:ln>
        </p:spPr>
      </p:cxnSp>
      <p:sp>
        <p:nvSpPr>
          <p:cNvPr id="6" name="old2">
            <a:extLst xmlns:a="http://schemas.openxmlformats.org/drawingml/2006/main">
              <a:ext uri="{FF2B5EF4-FFF2-40B4-BE49-F238E27FC236}">
                <a16:creationId xmlns:a16="http://schemas.microsoft.com/office/drawing/2014/main" id="{6EE9D53B-9AAA-4BB7-A24C-C979AEBB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ЦЕНА</a:t>
            </a:r>
          </a:p>
        </p:txBody>
      </p:sp>
      <p:sp>
        <p:nvSpPr>
          <p:cNvPr id="7" name="new1">
            <a:extLst xmlns:a="http://schemas.openxmlformats.org/drawingml/2006/main">
              <a:ext uri="{FF2B5EF4-FFF2-40B4-BE49-F238E27FC236}">
                <a16:creationId xmlns:a16="http://schemas.microsoft.com/office/drawing/2014/main" id="{A26CFBAC-3766-4751-8E55-C419BE61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ПРОБЛЕМА</a:t>
            </a:r>
          </a:p>
        </p:txBody>
      </p:sp>
      <p:cxnSp>
        <p:nvCxnSpPr>
          <p:cNvPr id="23" name="new-rule1"/>
          <p:cNvCxnSpPr/>
          <p:nvPr/>
        </p:nvCxnSpPr>
        <p:spPr>
          <a:xfrm xmlns:a="http://schemas.openxmlformats.org/drawingml/2006/main">
            <a:off x="8334375" y="328612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86FF"/>
            </a:solidFill>
            <a:prstDash val="solid"/>
          </a:ln>
        </p:spPr>
      </p:cxnSp>
      <p:sp>
        <p:nvSpPr>
          <p:cNvPr id="9" name="new2">
            <a:extLst xmlns:a="http://schemas.openxmlformats.org/drawingml/2006/main">
              <a:ext uri="{FF2B5EF4-FFF2-40B4-BE49-F238E27FC236}">
                <a16:creationId xmlns:a16="http://schemas.microsoft.com/office/drawing/2014/main" id="{772E8FE6-FC25-403A-A816-2B00821C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МЕТОД</a:t>
            </a:r>
          </a:p>
        </p:txBody>
      </p:sp>
      <p:cxnSp>
        <p:nvCxnSpPr>
          <p:cNvPr id="25" name="new-rule2"/>
          <p:cNvCxnSpPr/>
          <p:nvPr/>
        </p:nvCxnSpPr>
        <p:spPr>
          <a:xfrm xmlns:a="http://schemas.openxmlformats.org/drawingml/2006/main">
            <a:off x="8334375" y="40005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86FF"/>
            </a:solidFill>
            <a:prstDash val="solid"/>
          </a:ln>
        </p:spPr>
      </p:cxnSp>
      <p:sp>
        <p:nvSpPr>
          <p:cNvPr id="11" name="new3">
            <a:extLst xmlns:a="http://schemas.openxmlformats.org/drawingml/2006/main">
              <a:ext uri="{FF2B5EF4-FFF2-40B4-BE49-F238E27FC236}">
                <a16:creationId xmlns:a16="http://schemas.microsoft.com/office/drawing/2014/main" id="{1A98E796-DD00-4999-99D2-DB79F0FC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ДОВЕРИЕ</a:t>
            </a:r>
          </a:p>
        </p:txBody>
      </p:sp>
      <p:cxnSp>
        <p:nvCxnSpPr>
          <p:cNvPr id="27" name="new-rule3"/>
          <p:cNvCxnSpPr/>
          <p:nvPr/>
        </p:nvCxnSpPr>
        <p:spPr>
          <a:xfrm xmlns:a="http://schemas.openxmlformats.org/drawingml/2006/main">
            <a:off x="8334375" y="471487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86FF"/>
            </a:solidFill>
            <a:prstDash val="solid"/>
          </a:ln>
        </p:spPr>
      </p:cxnSp>
      <p:sp>
        <p:nvSpPr>
          <p:cNvPr id="13" name="new4">
            <a:extLst xmlns:a="http://schemas.openxmlformats.org/drawingml/2006/main">
              <a:ext uri="{FF2B5EF4-FFF2-40B4-BE49-F238E27FC236}">
                <a16:creationId xmlns:a16="http://schemas.microsoft.com/office/drawing/2014/main" id="{E3F23892-E5ED-4C75-A873-0B18F414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86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B9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77B9FF"/>
                </a:solidFill>
                <a:latin typeface="Segoe UI"/>
                <a:ea typeface="Segoe UI"/>
                <a:cs typeface="Segoe UI"/>
              </a:rPr>
              <a:t>ОФФЕР</a:t>
            </a:r>
          </a:p>
        </p:txBody>
      </p:sp>
      <p:sp>
        <p:nvSpPr>
          <p:cNvPr id="14" name="offer-point">
            <a:extLst xmlns:a="http://schemas.openxmlformats.org/drawingml/2006/main">
              <a:ext uri="{FF2B5EF4-FFF2-40B4-BE49-F238E27FC236}">
                <a16:creationId xmlns:a16="http://schemas.microsoft.com/office/drawing/2014/main" id="{00323876-C40A-48BB-AACE-0D6272CF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181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6FF"/>
          </a:solidFill>
          <a:ln xmlns:a="http://schemas.openxmlformats.org/drawingml/2006/main" w="0">
            <a:solidFill>
              <a:srgbClr val="1586FF"/>
            </a:solidFill>
            <a:prstDash val="solid"/>
          </a:ln>
        </p:spPr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1C87DD4F-0231-4F39-8EBC-3374EB15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Ценность должна появиться раньше предложения.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19275602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937E1FEB-1ABA-428A-A815-546106A0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6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586FF"/>
                </a:solidFill>
                <a:latin typeface="Segoe UI"/>
                <a:ea typeface="Segoe UI"/>
                <a:cs typeface="Segoe UI"/>
              </a:rPr>
              <a:t>МАСШТАБИРОВАНИЕ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9A54447-9E36-401F-97FB-37EBB96D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DBC260-864F-458F-A753-9E6F334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191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Одна идея.</a:t>
            </a:r>
          </a:p>
          <a:p xmlns:a="http://schemas.openxmlformats.org/drawingml/2006/main">
            <a:pPr algn="l">
              <a:defRPr sz="4500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Четыре носителя.</a:t>
            </a:r>
          </a:p>
        </p:txBody>
      </p:sp>
      <p:sp>
        <p:nvSpPr>
          <p:cNvPr id="4" name="one">
            <a:extLst xmlns:a="http://schemas.openxmlformats.org/drawingml/2006/main">
              <a:ext uri="{FF2B5EF4-FFF2-40B4-BE49-F238E27FC236}">
                <a16:creationId xmlns:a16="http://schemas.microsoft.com/office/drawing/2014/main" id="{7587DC78-B4C2-4C88-895C-ED5D6360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0" b="1">
                <a:solidFill>
                  <a:srgbClr val="1586FF"/>
                </a:solidFill>
                <a:latin typeface="Segoe UI"/>
                <a:ea typeface="Segoe UI"/>
                <a:cs typeface="Segoe UI"/>
              </a:defRPr>
            </a:pPr>
            <a:r>
              <a:rPr sz="13500" b="1">
                <a:solidFill>
                  <a:srgbClr val="1586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5" name="arrow">
            <a:extLst xmlns:a="http://schemas.openxmlformats.org/drawingml/2006/main">
              <a:ext uri="{FF2B5EF4-FFF2-40B4-BE49-F238E27FC236}">
                <a16:creationId xmlns:a16="http://schemas.microsoft.com/office/drawing/2014/main" id="{38059588-CF7A-4688-BFCD-CFC87531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71850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0" b="0">
                <a:solidFill>
                  <a:srgbClr val="A9B1BD"/>
                </a:solidFill>
                <a:latin typeface="Segoe UI"/>
                <a:ea typeface="Segoe UI"/>
                <a:cs typeface="Segoe UI"/>
              </a:defRPr>
            </a:pPr>
            <a:r>
              <a:rPr sz="8100" b="0">
                <a:solidFill>
                  <a:srgbClr val="A9B1BD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6" name="four">
            <a:extLst xmlns:a="http://schemas.openxmlformats.org/drawingml/2006/main">
              <a:ext uri="{FF2B5EF4-FFF2-40B4-BE49-F238E27FC236}">
                <a16:creationId xmlns:a16="http://schemas.microsoft.com/office/drawing/2014/main" id="{578BCEA1-194A-4EF1-8F50-B200144A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0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13500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7" name="dot-0">
            <a:extLst xmlns:a="http://schemas.openxmlformats.org/drawingml/2006/main">
              <a:ext uri="{FF2B5EF4-FFF2-40B4-BE49-F238E27FC236}">
                <a16:creationId xmlns:a16="http://schemas.microsoft.com/office/drawing/2014/main" id="{48BE1049-3B72-4EFF-9F80-CBB6C2FF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76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C9CED6"/>
            </a:solidFill>
            <a:prstDash val="solid"/>
          </a:ln>
        </p:spPr>
      </p:sp>
      <p:sp>
        <p:nvSpPr>
          <p:cNvPr id="8" name="format-0">
            <a:extLst xmlns:a="http://schemas.openxmlformats.org/drawingml/2006/main">
              <a:ext uri="{FF2B5EF4-FFF2-40B4-BE49-F238E27FC236}">
                <a16:creationId xmlns:a16="http://schemas.microsoft.com/office/drawing/2014/main" id="{890FFCCB-2397-4FC5-9785-CBDF7DF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8289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SHORTS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914A4F92-A8A7-4089-AFCB-9089C0F0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76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C9CED6"/>
            </a:solidFill>
            <a:prstDash val="solid"/>
          </a:ln>
        </p:spPr>
      </p:sp>
      <p:sp>
        <p:nvSpPr>
          <p:cNvPr id="10" name="format-1">
            <a:extLst xmlns:a="http://schemas.openxmlformats.org/drawingml/2006/main">
              <a:ext uri="{FF2B5EF4-FFF2-40B4-BE49-F238E27FC236}">
                <a16:creationId xmlns:a16="http://schemas.microsoft.com/office/drawing/2014/main" id="{E4DCF7B4-C115-4678-9C90-6ADD1C07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29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ПИСЬМО</a:t>
            </a:r>
          </a:p>
        </p:txBody>
      </p:sp>
      <p:sp>
        <p:nvSpPr>
          <p:cNvPr id="11" name="dot-2">
            <a:extLst xmlns:a="http://schemas.openxmlformats.org/drawingml/2006/main">
              <a:ext uri="{FF2B5EF4-FFF2-40B4-BE49-F238E27FC236}">
                <a16:creationId xmlns:a16="http://schemas.microsoft.com/office/drawing/2014/main" id="{EAA3F523-1DB4-456C-8B38-9C847BBD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solidFill>
              <a:srgbClr val="C9CED6"/>
            </a:solidFill>
            <a:prstDash val="solid"/>
          </a:ln>
        </p:spPr>
      </p:sp>
      <p:sp>
        <p:nvSpPr>
          <p:cNvPr id="12" name="format-2">
            <a:extLst xmlns:a="http://schemas.openxmlformats.org/drawingml/2006/main">
              <a:ext uri="{FF2B5EF4-FFF2-40B4-BE49-F238E27FC236}">
                <a16:creationId xmlns:a16="http://schemas.microsoft.com/office/drawing/2014/main" id="{649E4B16-0592-4743-9018-911800AB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429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КАРУСЕЛЬ</a:t>
            </a:r>
          </a:p>
        </p:txBody>
      </p:sp>
      <p:sp>
        <p:nvSpPr>
          <p:cNvPr id="13" name="dot-3">
            <a:extLst xmlns:a="http://schemas.openxmlformats.org/drawingml/2006/main">
              <a:ext uri="{FF2B5EF4-FFF2-40B4-BE49-F238E27FC236}">
                <a16:creationId xmlns:a16="http://schemas.microsoft.com/office/drawing/2014/main" id="{A006F50A-2B32-4224-AC6B-957FF7B0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76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6FF"/>
          </a:solidFill>
          <a:ln xmlns:a="http://schemas.openxmlformats.org/drawingml/2006/main" w="0">
            <a:solidFill>
              <a:srgbClr val="1586FF"/>
            </a:solidFill>
            <a:prstDash val="solid"/>
          </a:ln>
        </p:spPr>
      </p:sp>
      <p:sp>
        <p:nvSpPr>
          <p:cNvPr id="14" name="format-3">
            <a:extLst xmlns:a="http://schemas.openxmlformats.org/drawingml/2006/main">
              <a:ext uri="{FF2B5EF4-FFF2-40B4-BE49-F238E27FC236}">
                <a16:creationId xmlns:a16="http://schemas.microsoft.com/office/drawing/2014/main" id="{DB52ED95-E1F5-4939-A920-6B93C187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292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ВЕБИНАР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F77F5E8D-D04A-48BB-9DFA-937B3748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16E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8616E"/>
                </a:solidFill>
                <a:latin typeface="Segoe UI"/>
                <a:ea typeface="Segoe UI"/>
                <a:cs typeface="Segoe UI"/>
              </a:rPr>
              <a:t>Смысл сохраняется. Меняются ритм, глубина и форма.</a:t>
            </a:r>
          </a:p>
        </p:txBody>
      </p:sp>
    </p:spTree>
    <p:extLst>
      <p:ext uri="{BB962C8B-B14F-4D97-AF65-F5344CB8AC3E}">
        <p14:creationId xmlns:p14="http://schemas.microsoft.com/office/powerpoint/2010/main" val="1972306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F7720758-67CA-4373-A91F-659049EC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6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586FF"/>
                </a:solidFill>
                <a:latin typeface="Segoe UI"/>
                <a:ea typeface="Segoe UI"/>
                <a:cs typeface="Segoe UI"/>
              </a:rPr>
              <a:t>ПЯТЬ ДНЕЙ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60169D2-D0DD-463D-AE88-528D2497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255D4D-21B3-4F1D-A368-5CE77E5E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19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Прогрев — это</a:t>
            </a:r>
          </a:p>
          <a:p xmlns:a="http://schemas.openxmlformats.org/drawingml/2006/main">
            <a:pPr algn="l">
              <a:defRPr sz="4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управляемый ритм.</a:t>
            </a:r>
          </a:p>
        </p:txBody>
      </p:sp>
      <p:cxnSp>
        <p:nvCxnSpPr>
          <p:cNvPr id="27" name="bar-0"/>
          <p:cNvCxnSpPr/>
          <p:nvPr/>
        </p:nvCxnSpPr>
        <p:spPr>
          <a:xfrm xmlns:a="http://schemas.openxmlformats.org/drawingml/2006/main">
            <a:off x="685800" y="350520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C333D"/>
            </a:solidFill>
            <a:prstDash val="solid"/>
          </a:ln>
        </p:spPr>
      </p:cxnSp>
      <p:sp>
        <p:nvSpPr>
          <p:cNvPr id="5" name="day-0">
            <a:extLst xmlns:a="http://schemas.openxmlformats.org/drawingml/2006/main">
              <a:ext uri="{FF2B5EF4-FFF2-40B4-BE49-F238E27FC236}">
                <a16:creationId xmlns:a16="http://schemas.microsoft.com/office/drawing/2014/main" id="{1D3804F2-75E5-48FC-AAAF-7D44F4C4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6" name="head-0">
            <a:extLst xmlns:a="http://schemas.openxmlformats.org/drawingml/2006/main">
              <a:ext uri="{FF2B5EF4-FFF2-40B4-BE49-F238E27FC236}">
                <a16:creationId xmlns:a16="http://schemas.microsoft.com/office/drawing/2014/main" id="{4CB94C07-197D-42B7-AA77-1EB924E1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Зеркало</a:t>
            </a:r>
          </a:p>
        </p:txBody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6A0D3E13-94FB-4776-AB95-37A86E41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узнать себя</a:t>
            </a:r>
          </a:p>
        </p:txBody>
      </p:sp>
      <p:cxnSp>
        <p:nvCxnSpPr>
          <p:cNvPr id="31" name="bar-1"/>
          <p:cNvCxnSpPr/>
          <p:nvPr/>
        </p:nvCxnSpPr>
        <p:spPr>
          <a:xfrm xmlns:a="http://schemas.openxmlformats.org/drawingml/2006/main">
            <a:off x="2819400" y="350520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C333D"/>
            </a:solidFill>
            <a:prstDash val="solid"/>
          </a:ln>
        </p:spPr>
      </p:cxnSp>
      <p:sp>
        <p:nvSpPr>
          <p:cNvPr id="9" name="day-1">
            <a:extLst xmlns:a="http://schemas.openxmlformats.org/drawingml/2006/main">
              <a:ext uri="{FF2B5EF4-FFF2-40B4-BE49-F238E27FC236}">
                <a16:creationId xmlns:a16="http://schemas.microsoft.com/office/drawing/2014/main" id="{3B7FF7B0-4FC2-46AE-AC1B-E7406486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338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head-1">
            <a:extLst xmlns:a="http://schemas.openxmlformats.org/drawingml/2006/main">
              <a:ext uri="{FF2B5EF4-FFF2-40B4-BE49-F238E27FC236}">
                <a16:creationId xmlns:a16="http://schemas.microsoft.com/office/drawing/2014/main" id="{EF2666AE-165A-4A0F-A270-3A296BB5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38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Проблема</a:t>
            </a:r>
          </a:p>
        </p:txBody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7C9FBAD5-3FB9-495E-BB32-684EA06A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148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увидеть цену</a:t>
            </a:r>
          </a:p>
        </p:txBody>
      </p:sp>
      <p:cxnSp>
        <p:nvCxnSpPr>
          <p:cNvPr id="35" name="bar-2"/>
          <p:cNvCxnSpPr/>
          <p:nvPr/>
        </p:nvCxnSpPr>
        <p:spPr>
          <a:xfrm xmlns:a="http://schemas.openxmlformats.org/drawingml/2006/main">
            <a:off x="4953000" y="350520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C333D"/>
            </a:solidFill>
            <a:prstDash val="solid"/>
          </a:ln>
        </p:spPr>
      </p:cxnSp>
      <p:sp>
        <p:nvSpPr>
          <p:cNvPr id="13" name="day-2">
            <a:extLst xmlns:a="http://schemas.openxmlformats.org/drawingml/2006/main">
              <a:ext uri="{FF2B5EF4-FFF2-40B4-BE49-F238E27FC236}">
                <a16:creationId xmlns:a16="http://schemas.microsoft.com/office/drawing/2014/main" id="{BCE62785-1E00-44CF-BCDC-DB4B887D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4" name="head-2">
            <a:extLst xmlns:a="http://schemas.openxmlformats.org/drawingml/2006/main">
              <a:ext uri="{FF2B5EF4-FFF2-40B4-BE49-F238E27FC236}">
                <a16:creationId xmlns:a16="http://schemas.microsoft.com/office/drawing/2014/main" id="{F9A1C566-D8CD-4105-B9ED-9A5402B2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38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Метод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CC84A873-7608-415C-9AF9-6FB44B5D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148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понять логику</a:t>
            </a:r>
          </a:p>
        </p:txBody>
      </p:sp>
      <p:cxnSp>
        <p:nvCxnSpPr>
          <p:cNvPr id="39" name="bar-3"/>
          <p:cNvCxnSpPr/>
          <p:nvPr/>
        </p:nvCxnSpPr>
        <p:spPr>
          <a:xfrm xmlns:a="http://schemas.openxmlformats.org/drawingml/2006/main">
            <a:off x="7086600" y="350520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C333D"/>
            </a:solidFill>
            <a:prstDash val="solid"/>
          </a:ln>
        </p:spPr>
      </p:cxnSp>
      <p:sp>
        <p:nvSpPr>
          <p:cNvPr id="17" name="day-3">
            <a:extLst xmlns:a="http://schemas.openxmlformats.org/drawingml/2006/main">
              <a:ext uri="{FF2B5EF4-FFF2-40B4-BE49-F238E27FC236}">
                <a16:creationId xmlns:a16="http://schemas.microsoft.com/office/drawing/2014/main" id="{5DB8AD12-6643-42D8-A25A-C43993E4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8" name="head-3">
            <a:extLst xmlns:a="http://schemas.openxmlformats.org/drawingml/2006/main">
              <a:ext uri="{FF2B5EF4-FFF2-40B4-BE49-F238E27FC236}">
                <a16:creationId xmlns:a16="http://schemas.microsoft.com/office/drawing/2014/main" id="{57F7627D-24C0-489B-8379-7FD7F150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38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Доверие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FAF16330-64A3-4532-9579-EA093333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148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увидеть доказательство</a:t>
            </a:r>
          </a:p>
        </p:txBody>
      </p:sp>
      <p:cxnSp>
        <p:nvCxnSpPr>
          <p:cNvPr id="43" name="bar-4"/>
          <p:cNvCxnSpPr/>
          <p:nvPr/>
        </p:nvCxnSpPr>
        <p:spPr>
          <a:xfrm xmlns:a="http://schemas.openxmlformats.org/drawingml/2006/main">
            <a:off x="9220200" y="350520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586FF"/>
            </a:solidFill>
            <a:prstDash val="solid"/>
          </a:ln>
        </p:spPr>
      </p:cxnSp>
      <p:sp>
        <p:nvSpPr>
          <p:cNvPr id="21" name="day-4">
            <a:extLst xmlns:a="http://schemas.openxmlformats.org/drawingml/2006/main">
              <a:ext uri="{FF2B5EF4-FFF2-40B4-BE49-F238E27FC236}">
                <a16:creationId xmlns:a16="http://schemas.microsoft.com/office/drawing/2014/main" id="{40CC6D9C-121E-4E43-96AF-38ACCA51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3380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B9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77B9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2" name="head-4">
            <a:extLst xmlns:a="http://schemas.openxmlformats.org/drawingml/2006/main">
              <a:ext uri="{FF2B5EF4-FFF2-40B4-BE49-F238E27FC236}">
                <a16:creationId xmlns:a16="http://schemas.microsoft.com/office/drawing/2014/main" id="{DC64352B-8900-493B-9357-1CDDB053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38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Оффер</a:t>
            </a:r>
          </a:p>
        </p:txBody>
      </p:sp>
      <p:sp>
        <p:nvSpPr>
          <p:cNvPr id="23" name="body-4">
            <a:extLst xmlns:a="http://schemas.openxmlformats.org/drawingml/2006/main">
              <a:ext uri="{FF2B5EF4-FFF2-40B4-BE49-F238E27FC236}">
                <a16:creationId xmlns:a16="http://schemas.microsoft.com/office/drawing/2014/main" id="{DB057C8C-CEA0-4CC7-8BBB-F3792FC3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148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сделать шаг</a:t>
            </a:r>
          </a:p>
        </p:txBody>
      </p:sp>
    </p:spTree>
    <p:extLst>
      <p:ext uri="{BB962C8B-B14F-4D97-AF65-F5344CB8AC3E}">
        <p14:creationId xmlns:p14="http://schemas.microsoft.com/office/powerpoint/2010/main" val="7517612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1962CD80-A784-4CE2-810C-278A67A3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6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586FF"/>
                </a:solidFill>
                <a:latin typeface="Segoe UI"/>
                <a:ea typeface="Segoe UI"/>
                <a:cs typeface="Segoe UI"/>
              </a:rPr>
              <a:t>ФИНАЛЬНАЯ ПРОВЕРКА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3ADCC23-E405-4380-831E-5C71FA19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96A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8E96A5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3" name="big">
            <a:extLst xmlns:a="http://schemas.openxmlformats.org/drawingml/2006/main">
              <a:ext uri="{FF2B5EF4-FFF2-40B4-BE49-F238E27FC236}">
                <a16:creationId xmlns:a16="http://schemas.microsoft.com/office/drawing/2014/main" id="{71777041-21C4-414A-88A0-EA7260A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0" b="1">
                <a:solidFill>
                  <a:srgbClr val="1586FF"/>
                </a:solidFill>
                <a:latin typeface="Segoe UI"/>
                <a:ea typeface="Segoe UI"/>
                <a:cs typeface="Segoe UI"/>
              </a:defRPr>
            </a:pPr>
            <a:r>
              <a:rPr sz="11250" b="1">
                <a:solidFill>
                  <a:srgbClr val="1586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3E35C31-E7EC-459E-8B38-D7EE694C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вопросов,</a:t>
            </a:r>
          </a:p>
          <a:p xmlns:a="http://schemas.openxmlformats.org/drawingml/2006/main">
            <a:pPr algn="l">
              <a:defRPr sz="3150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которые убирают шум</a:t>
            </a:r>
          </a:p>
        </p:txBody>
      </p:sp>
      <p:sp>
        <p:nvSpPr>
          <p:cNvPr id="5" name="n-0">
            <a:extLst xmlns:a="http://schemas.openxmlformats.org/drawingml/2006/main">
              <a:ext uri="{FF2B5EF4-FFF2-40B4-BE49-F238E27FC236}">
                <a16:creationId xmlns:a16="http://schemas.microsoft.com/office/drawing/2014/main" id="{9A16B3F0-F508-459A-9499-0B807304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2001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7A0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97A0AD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6" name="q-0">
            <a:extLst xmlns:a="http://schemas.openxmlformats.org/drawingml/2006/main">
              <a:ext uri="{FF2B5EF4-FFF2-40B4-BE49-F238E27FC236}">
                <a16:creationId xmlns:a16="http://schemas.microsoft.com/office/drawing/2014/main" id="{DCABA5DC-813E-438E-BC1E-A47EFACD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620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Понятен первый экран?</a:t>
            </a:r>
          </a:p>
        </p:txBody>
      </p:sp>
      <p:cxnSp>
        <p:nvCxnSpPr>
          <p:cNvPr id="26" name="rule-0"/>
          <p:cNvCxnSpPr/>
          <p:nvPr/>
        </p:nvCxnSpPr>
        <p:spPr>
          <a:xfrm xmlns:a="http://schemas.openxmlformats.org/drawingml/2006/main">
            <a:off x="5219700" y="1733550"/>
            <a:ext cx="628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BE2"/>
            </a:solidFill>
            <a:prstDash val="solid"/>
          </a:ln>
        </p:spPr>
      </p:cxnSp>
      <p:sp>
        <p:nvSpPr>
          <p:cNvPr id="8" name="n-1">
            <a:extLst xmlns:a="http://schemas.openxmlformats.org/drawingml/2006/main">
              <a:ext uri="{FF2B5EF4-FFF2-40B4-BE49-F238E27FC236}">
                <a16:creationId xmlns:a16="http://schemas.microsoft.com/office/drawing/2014/main" id="{F3F2C0AD-B741-4366-90E4-B4999FE3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717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7A0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97A0AD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9" name="q-1">
            <a:extLst xmlns:a="http://schemas.openxmlformats.org/drawingml/2006/main">
              <a:ext uri="{FF2B5EF4-FFF2-40B4-BE49-F238E27FC236}">
                <a16:creationId xmlns:a16="http://schemas.microsoft.com/office/drawing/2014/main" id="{C6989541-63CD-4451-917F-380E6BB6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336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Есть конкретная польза?</a:t>
            </a:r>
          </a:p>
        </p:txBody>
      </p:sp>
      <p:cxnSp>
        <p:nvCxnSpPr>
          <p:cNvPr id="29" name="rule-1"/>
          <p:cNvCxnSpPr/>
          <p:nvPr/>
        </p:nvCxnSpPr>
        <p:spPr>
          <a:xfrm xmlns:a="http://schemas.openxmlformats.org/drawingml/2006/main">
            <a:off x="5219700" y="2705100"/>
            <a:ext cx="628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BE2"/>
            </a:solidFill>
            <a:prstDash val="solid"/>
          </a:ln>
        </p:spPr>
      </p:cxnSp>
      <p:sp>
        <p:nvSpPr>
          <p:cNvPr id="11" name="n-2">
            <a:extLst xmlns:a="http://schemas.openxmlformats.org/drawingml/2006/main">
              <a:ext uri="{FF2B5EF4-FFF2-40B4-BE49-F238E27FC236}">
                <a16:creationId xmlns:a16="http://schemas.microsoft.com/office/drawing/2014/main" id="{C5D0DF2A-16EF-48B6-8683-40D2F036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7A0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97A0A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2" name="q-2">
            <a:extLst xmlns:a="http://schemas.openxmlformats.org/drawingml/2006/main">
              <a:ext uri="{FF2B5EF4-FFF2-40B4-BE49-F238E27FC236}">
                <a16:creationId xmlns:a16="http://schemas.microsoft.com/office/drawing/2014/main" id="{4079FC64-BE69-46A4-9053-04C7A518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Доказана главная мысль?</a:t>
            </a:r>
          </a:p>
        </p:txBody>
      </p:sp>
      <p:cxnSp>
        <p:nvCxnSpPr>
          <p:cNvPr id="32" name="rule-2"/>
          <p:cNvCxnSpPr/>
          <p:nvPr/>
        </p:nvCxnSpPr>
        <p:spPr>
          <a:xfrm xmlns:a="http://schemas.openxmlformats.org/drawingml/2006/main">
            <a:off x="5219700" y="3676650"/>
            <a:ext cx="628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BE2"/>
            </a:solidFill>
            <a:prstDash val="solid"/>
          </a:ln>
        </p:spPr>
      </p:cxnSp>
      <p:sp>
        <p:nvSpPr>
          <p:cNvPr id="14" name="n-3">
            <a:extLst xmlns:a="http://schemas.openxmlformats.org/drawingml/2006/main">
              <a:ext uri="{FF2B5EF4-FFF2-40B4-BE49-F238E27FC236}">
                <a16:creationId xmlns:a16="http://schemas.microsoft.com/office/drawing/2014/main" id="{CC8C696D-990C-462F-836D-C69E0D31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7A0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97A0A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5" name="q-3">
            <a:extLst xmlns:a="http://schemas.openxmlformats.org/drawingml/2006/main">
              <a:ext uri="{FF2B5EF4-FFF2-40B4-BE49-F238E27FC236}">
                <a16:creationId xmlns:a16="http://schemas.microsoft.com/office/drawing/2014/main" id="{C7A9923B-D51C-4EB3-AA69-8780ABA6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767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Снят главный страх?</a:t>
            </a:r>
          </a:p>
        </p:txBody>
      </p:sp>
      <p:cxnSp>
        <p:nvCxnSpPr>
          <p:cNvPr id="35" name="rule-3"/>
          <p:cNvCxnSpPr/>
          <p:nvPr/>
        </p:nvCxnSpPr>
        <p:spPr>
          <a:xfrm xmlns:a="http://schemas.openxmlformats.org/drawingml/2006/main">
            <a:off x="5219700" y="4648200"/>
            <a:ext cx="628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BE2"/>
            </a:solidFill>
            <a:prstDash val="solid"/>
          </a:ln>
        </p:spPr>
      </p:cxnSp>
      <p:sp>
        <p:nvSpPr>
          <p:cNvPr id="17" name="n-4">
            <a:extLst xmlns:a="http://schemas.openxmlformats.org/drawingml/2006/main">
              <a:ext uri="{FF2B5EF4-FFF2-40B4-BE49-F238E27FC236}">
                <a16:creationId xmlns:a16="http://schemas.microsoft.com/office/drawing/2014/main" id="{4966B409-D7A1-4286-A198-0EE583A7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86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86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586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8" name="q-4">
            <a:extLst xmlns:a="http://schemas.openxmlformats.org/drawingml/2006/main">
              <a:ext uri="{FF2B5EF4-FFF2-40B4-BE49-F238E27FC236}">
                <a16:creationId xmlns:a16="http://schemas.microsoft.com/office/drawing/2014/main" id="{C3E0A08A-CF37-4675-AF46-08D35E73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482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C1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A0C10"/>
                </a:solidFill>
                <a:latin typeface="Segoe UI"/>
                <a:ea typeface="Segoe UI"/>
                <a:cs typeface="Segoe UI"/>
              </a:rPr>
              <a:t>Ясен следующий шаг?</a:t>
            </a:r>
          </a:p>
        </p:txBody>
      </p:sp>
      <p:cxnSp>
        <p:nvCxnSpPr>
          <p:cNvPr id="38" name="rule-4"/>
          <p:cNvCxnSpPr/>
          <p:nvPr/>
        </p:nvCxnSpPr>
        <p:spPr>
          <a:xfrm xmlns:a="http://schemas.openxmlformats.org/drawingml/2006/main">
            <a:off x="5219700" y="5619750"/>
            <a:ext cx="628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BE2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2668316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c79c3cca44b7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meta">
            <a:extLst xmlns:a="http://schemas.openxmlformats.org/drawingml/2006/main">
              <a:ext uri="{FF2B5EF4-FFF2-40B4-BE49-F238E27FC236}">
                <a16:creationId xmlns:a16="http://schemas.microsoft.com/office/drawing/2014/main" id="{6959994A-271C-47E4-A341-C62FB296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B9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77B9FF"/>
                </a:solidFill>
                <a:latin typeface="Segoe UI"/>
                <a:ea typeface="Segoe UI"/>
                <a:cs typeface="Segoe UI"/>
              </a:rPr>
              <a:t>ФИНАЛ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24C2A5-FDCA-402B-8145-8801710E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09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Одна мысль.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Один сигнал.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Один шаг.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F47C99A-7A23-42FD-8429-74B63253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6BEC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6BEC9"/>
                </a:solidFill>
                <a:latin typeface="Segoe UI"/>
                <a:ea typeface="Segoe UI"/>
                <a:cs typeface="Segoe UI"/>
              </a:rPr>
              <a:t>Сильная презентация не добавляет шума.</a:t>
            </a:r>
          </a:p>
          <a:p xmlns:a="http://schemas.openxmlformats.org/drawingml/2006/main">
            <a:pPr algn="l">
              <a:defRPr sz="1875" b="0">
                <a:solidFill>
                  <a:srgbClr val="B6BEC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6BEC9"/>
                </a:solidFill>
                <a:latin typeface="Segoe UI"/>
                <a:ea typeface="Segoe UI"/>
                <a:cs typeface="Segoe UI"/>
              </a:rPr>
              <a:t>Она делает решение очевидным.</a:t>
            </a:r>
          </a:p>
        </p:txBody>
      </p:sp>
    </p:spTree>
    <p:extLst>
      <p:ext uri="{BB962C8B-B14F-4D97-AF65-F5344CB8AC3E}">
        <p14:creationId xmlns:p14="http://schemas.microsoft.com/office/powerpoint/2010/main" val="1462324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2026-08-01T20:02:37.6120000Z</dcterms:created>
  <dcterms:modified xsi:type="dcterms:W3CDTF">2026-08-01T20:02:37.6120000Z</dcterms:modified>
</coreProperties>
</file>